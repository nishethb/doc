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E Administration v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ACE (RSA SecurID) Administration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PIN Management → ACE (RSA SecurID)  ·  Token Management → CIA internal  ·  Cleanup → CIA internal  ·  Each group has distinct integration pattern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060000"/>
            <a:ext cx="4774845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57200" y="1110000"/>
            <a:ext cx="4594845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</a:t>
            </a:r>
          </a:p>
        </p:txBody>
      </p:sp>
      <p:sp>
        <p:nvSpPr>
          <p:cNvPr id="105" name="S105"/>
          <p:cNvSpPr/>
          <p:nvPr/>
        </p:nvSpPr>
        <p:spPr>
          <a:xfrm>
            <a:off x="617200" y="1360000"/>
            <a:ext cx="4454845" cy="5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692200" y="1430000"/>
            <a:ext cx="4304845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UAP Portal</a:t>
            </a:r>
          </a:p>
        </p:txBody>
      </p:sp>
      <p:sp>
        <p:nvSpPr>
          <p:cNvPr id="107" name="ML107"/>
          <p:cNvSpPr/>
          <p:nvPr/>
        </p:nvSpPr>
        <p:spPr>
          <a:xfrm>
            <a:off x="692200" y="1634040"/>
            <a:ext cx="4304845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User / Admin entry point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Initiates all ACE operations</a:t>
            </a:r>
          </a:p>
        </p:txBody>
      </p:sp>
      <p:sp>
        <p:nvSpPr>
          <p:cNvPr id="108" name="S108"/>
          <p:cNvSpPr/>
          <p:nvPr/>
        </p:nvSpPr>
        <p:spPr>
          <a:xfrm>
            <a:off x="577200" y="2070000"/>
            <a:ext cx="4534845" cy="1393333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109" name="T109"/>
          <p:cNvSpPr/>
          <p:nvPr/>
        </p:nvSpPr>
        <p:spPr>
          <a:xfrm>
            <a:off x="667200" y="2118000"/>
            <a:ext cx="4374845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PIN Management </a:t>
            </a:r>
          </a:p>
        </p:txBody>
      </p:sp>
      <p:sp>
        <p:nvSpPr>
          <p:cNvPr id="110" name="S110"/>
          <p:cNvSpPr/>
          <p:nvPr/>
        </p:nvSpPr>
        <p:spPr>
          <a:xfrm>
            <a:off x="662200" y="2320000"/>
            <a:ext cx="1401615" cy="10733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11" name="T111"/>
          <p:cNvSpPr/>
          <p:nvPr/>
        </p:nvSpPr>
        <p:spPr>
          <a:xfrm>
            <a:off x="737200" y="2459533"/>
            <a:ext cx="1251615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New PIN</a:t>
            </a:r>
          </a:p>
        </p:txBody>
      </p:sp>
      <p:sp>
        <p:nvSpPr>
          <p:cNvPr id="112" name="ML112"/>
          <p:cNvSpPr/>
          <p:nvPr/>
        </p:nvSpPr>
        <p:spPr>
          <a:xfrm>
            <a:off x="737200" y="2714533"/>
            <a:ext cx="1251615" cy="64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User requests a new PIN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AIC calls ACE to generate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PIN displayed to user</a:t>
            </a:r>
          </a:p>
        </p:txBody>
      </p:sp>
      <p:sp>
        <p:nvSpPr>
          <p:cNvPr id="113" name="S113"/>
          <p:cNvSpPr/>
          <p:nvPr/>
        </p:nvSpPr>
        <p:spPr>
          <a:xfrm>
            <a:off x="2143815" y="2320000"/>
            <a:ext cx="1401615" cy="10733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14" name="T114"/>
          <p:cNvSpPr/>
          <p:nvPr/>
        </p:nvSpPr>
        <p:spPr>
          <a:xfrm>
            <a:off x="2218815" y="2459533"/>
            <a:ext cx="1251615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Next PIN</a:t>
            </a:r>
          </a:p>
        </p:txBody>
      </p:sp>
      <p:sp>
        <p:nvSpPr>
          <p:cNvPr id="115" name="ML115"/>
          <p:cNvSpPr/>
          <p:nvPr/>
        </p:nvSpPr>
        <p:spPr>
          <a:xfrm>
            <a:off x="2218815" y="2714533"/>
            <a:ext cx="1251615" cy="64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Fetch next rotating PIN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Synchronise PIN counter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ACE confirms next token</a:t>
            </a:r>
          </a:p>
        </p:txBody>
      </p:sp>
      <p:sp>
        <p:nvSpPr>
          <p:cNvPr id="116" name="S116"/>
          <p:cNvSpPr/>
          <p:nvPr/>
        </p:nvSpPr>
        <p:spPr>
          <a:xfrm>
            <a:off x="3625430" y="2320000"/>
            <a:ext cx="1401615" cy="10733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17" name="T117"/>
          <p:cNvSpPr/>
          <p:nvPr/>
        </p:nvSpPr>
        <p:spPr>
          <a:xfrm>
            <a:off x="3700430" y="2459533"/>
            <a:ext cx="1251615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PIN Reset</a:t>
            </a:r>
          </a:p>
        </p:txBody>
      </p:sp>
      <p:sp>
        <p:nvSpPr>
          <p:cNvPr id="118" name="ML118"/>
          <p:cNvSpPr/>
          <p:nvPr/>
        </p:nvSpPr>
        <p:spPr>
          <a:xfrm>
            <a:off x="3700430" y="2714533"/>
            <a:ext cx="1251615" cy="64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User initiates reset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ACE confirms PIN reset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New PIN issued immediately</a:t>
            </a:r>
          </a:p>
        </p:txBody>
      </p:sp>
      <p:sp>
        <p:nvSpPr>
          <p:cNvPr id="119" name="S119"/>
          <p:cNvSpPr/>
          <p:nvPr/>
        </p:nvSpPr>
        <p:spPr>
          <a:xfrm>
            <a:off x="577200" y="3593333"/>
            <a:ext cx="4534845" cy="1393333"/>
          </a:xfrm>
          <a:prstGeom prst="roundRect">
            <a:avLst>
              <a:gd name="adj" fmla="val 3000"/>
            </a:avLst>
          </a:prstGeom>
          <a:solidFill>
            <a:srgbClr val="EFF4FB"/>
          </a:solidFill>
          <a:ln w="12700">
            <a:solidFill>
              <a:srgbClr val="2C5F8A"/>
            </a:solidFill>
            <a:prstDash val="dash"/>
          </a:ln>
        </p:spPr>
      </p:sp>
      <p:sp>
        <p:nvSpPr>
          <p:cNvPr id="120" name="T120"/>
          <p:cNvSpPr/>
          <p:nvPr/>
        </p:nvSpPr>
        <p:spPr>
          <a:xfrm>
            <a:off x="667200" y="3641333"/>
            <a:ext cx="4374845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2C5F8A"/>
                </a:solidFill>
                <a:latin typeface="Calibri"/>
              </a:rPr>
              <a:t>Token Management </a:t>
            </a:r>
          </a:p>
        </p:txBody>
      </p:sp>
      <p:sp>
        <p:nvSpPr>
          <p:cNvPr id="121" name="S121"/>
          <p:cNvSpPr/>
          <p:nvPr/>
        </p:nvSpPr>
        <p:spPr>
          <a:xfrm>
            <a:off x="662200" y="3843333"/>
            <a:ext cx="2142422" cy="10733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22" name="T122"/>
          <p:cNvSpPr/>
          <p:nvPr/>
        </p:nvSpPr>
        <p:spPr>
          <a:xfrm>
            <a:off x="737200" y="3982866"/>
            <a:ext cx="199242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2C5F8A"/>
                </a:solidFill>
                <a:latin typeface="Calibri"/>
              </a:rPr>
              <a:t>Soft Token
Registration</a:t>
            </a:r>
          </a:p>
        </p:txBody>
      </p:sp>
      <p:sp>
        <p:nvSpPr>
          <p:cNvPr id="123" name="ML123"/>
          <p:cNvSpPr/>
          <p:nvPr/>
        </p:nvSpPr>
        <p:spPr>
          <a:xfrm>
            <a:off x="737200" y="4237866"/>
            <a:ext cx="1992422" cy="64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User registers soft token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CIA generates token profile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Token bound to user device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CIA confirms success</a:t>
            </a:r>
          </a:p>
        </p:txBody>
      </p:sp>
      <p:sp>
        <p:nvSpPr>
          <p:cNvPr id="124" name="S124"/>
          <p:cNvSpPr/>
          <p:nvPr/>
        </p:nvSpPr>
        <p:spPr>
          <a:xfrm>
            <a:off x="2884622" y="3843333"/>
            <a:ext cx="2142422" cy="10733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25" name="T125"/>
          <p:cNvSpPr/>
          <p:nvPr/>
        </p:nvSpPr>
        <p:spPr>
          <a:xfrm>
            <a:off x="2959622" y="3982866"/>
            <a:ext cx="199242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2C5F8A"/>
                </a:solidFill>
                <a:latin typeface="Calibri"/>
              </a:rPr>
              <a:t>Bulk Token
Upload</a:t>
            </a:r>
          </a:p>
        </p:txBody>
      </p:sp>
      <p:sp>
        <p:nvSpPr>
          <p:cNvPr id="126" name="ML126"/>
          <p:cNvSpPr/>
          <p:nvPr/>
        </p:nvSpPr>
        <p:spPr>
          <a:xfrm>
            <a:off x="2959622" y="4237866"/>
            <a:ext cx="1992422" cy="64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Admin uploads token batch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CIA processes token file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Assigns tokens to users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No ACE API involved</a:t>
            </a:r>
          </a:p>
        </p:txBody>
      </p:sp>
      <p:sp>
        <p:nvSpPr>
          <p:cNvPr id="127" name="S127"/>
          <p:cNvSpPr/>
          <p:nvPr/>
        </p:nvSpPr>
        <p:spPr>
          <a:xfrm>
            <a:off x="577200" y="5116666"/>
            <a:ext cx="4534845" cy="1393333"/>
          </a:xfrm>
          <a:prstGeom prst="roundRect">
            <a:avLst>
              <a:gd name="adj" fmla="val 3000"/>
            </a:avLst>
          </a:prstGeom>
          <a:solidFill>
            <a:srgbClr val="F0F7EE"/>
          </a:solidFill>
          <a:ln w="12700">
            <a:solidFill>
              <a:srgbClr val="3A6B35"/>
            </a:solidFill>
            <a:prstDash val="dash"/>
          </a:ln>
        </p:spPr>
      </p:sp>
      <p:sp>
        <p:nvSpPr>
          <p:cNvPr id="128" name="T128"/>
          <p:cNvSpPr/>
          <p:nvPr/>
        </p:nvSpPr>
        <p:spPr>
          <a:xfrm>
            <a:off x="667200" y="5164666"/>
            <a:ext cx="4374845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3A6B35"/>
                </a:solidFill>
                <a:latin typeface="Calibri"/>
              </a:rPr>
              <a:t>Cleanup  </a:t>
            </a:r>
          </a:p>
        </p:txBody>
      </p:sp>
      <p:sp>
        <p:nvSpPr>
          <p:cNvPr id="129" name="S129"/>
          <p:cNvSpPr/>
          <p:nvPr/>
        </p:nvSpPr>
        <p:spPr>
          <a:xfrm>
            <a:off x="662200" y="5366666"/>
            <a:ext cx="1401615" cy="10733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30" name="T130"/>
          <p:cNvSpPr/>
          <p:nvPr/>
        </p:nvSpPr>
        <p:spPr>
          <a:xfrm>
            <a:off x="737200" y="5506199"/>
            <a:ext cx="1251615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3A6B35"/>
                </a:solidFill>
                <a:latin typeface="Calibri"/>
              </a:rPr>
              <a:t>Inactive Token
Cleanup</a:t>
            </a:r>
          </a:p>
        </p:txBody>
      </p:sp>
      <p:sp>
        <p:nvSpPr>
          <p:cNvPr id="131" name="ML131"/>
          <p:cNvSpPr/>
          <p:nvPr/>
        </p:nvSpPr>
        <p:spPr>
          <a:xfrm>
            <a:off x="737200" y="5761199"/>
            <a:ext cx="1251615" cy="64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Admin triggers process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CIA identifies stale tokens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Expired tokens removed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Cleanup report generated</a:t>
            </a:r>
          </a:p>
        </p:txBody>
      </p:sp>
      <p:sp>
        <p:nvSpPr>
          <p:cNvPr id="132" name="S132"/>
          <p:cNvSpPr/>
          <p:nvPr/>
        </p:nvSpPr>
        <p:spPr>
          <a:xfrm>
            <a:off x="2143815" y="5366666"/>
            <a:ext cx="1401615" cy="10733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33" name="T133"/>
          <p:cNvSpPr/>
          <p:nvPr/>
        </p:nvSpPr>
        <p:spPr>
          <a:xfrm>
            <a:off x="2218815" y="5506199"/>
            <a:ext cx="1251615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3A6B35"/>
                </a:solidFill>
                <a:latin typeface="Calibri"/>
              </a:rPr>
              <a:t>Obsolete User
Account</a:t>
            </a:r>
          </a:p>
        </p:txBody>
      </p:sp>
      <p:sp>
        <p:nvSpPr>
          <p:cNvPr id="134" name="ML134"/>
          <p:cNvSpPr/>
          <p:nvPr/>
        </p:nvSpPr>
        <p:spPr>
          <a:xfrm>
            <a:off x="2218815" y="5761199"/>
            <a:ext cx="1251615" cy="64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Admin triggers cleanup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CIA marks inactive accounts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Accounts archived / removed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Confirmation to admin</a:t>
            </a:r>
          </a:p>
        </p:txBody>
      </p:sp>
      <p:sp>
        <p:nvSpPr>
          <p:cNvPr id="135" name="S135"/>
          <p:cNvSpPr/>
          <p:nvPr/>
        </p:nvSpPr>
        <p:spPr>
          <a:xfrm>
            <a:off x="3625430" y="5366666"/>
            <a:ext cx="1401615" cy="10733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36" name="T136"/>
          <p:cNvSpPr/>
          <p:nvPr/>
        </p:nvSpPr>
        <p:spPr>
          <a:xfrm>
            <a:off x="3700430" y="5506199"/>
            <a:ext cx="1251615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3A6B35"/>
                </a:solidFill>
                <a:latin typeface="Calibri"/>
              </a:rPr>
              <a:t>Irrelevant
Security Domain</a:t>
            </a:r>
          </a:p>
        </p:txBody>
      </p:sp>
      <p:sp>
        <p:nvSpPr>
          <p:cNvPr id="137" name="ML137"/>
          <p:cNvSpPr/>
          <p:nvPr/>
        </p:nvSpPr>
        <p:spPr>
          <a:xfrm>
            <a:off x="3700430" y="5761199"/>
            <a:ext cx="1251615" cy="64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Admin triggers cleanup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CIA identifies unused domains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Domains removed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Audit log updated</a:t>
            </a:r>
          </a:p>
        </p:txBody>
      </p:sp>
      <p:sp>
        <p:nvSpPr>
          <p:cNvPr id="138" name="S138"/>
          <p:cNvSpPr/>
          <p:nvPr/>
        </p:nvSpPr>
        <p:spPr>
          <a:xfrm flipV="1">
            <a:off x="5082045" y="1625000"/>
            <a:ext cx="37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9" name="T139"/>
          <p:cNvSpPr/>
          <p:nvPr/>
        </p:nvSpPr>
        <p:spPr>
          <a:xfrm>
            <a:off x="4942205" y="1475640"/>
            <a:ext cx="6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Session</a:t>
            </a:r>
          </a:p>
        </p:txBody>
      </p:sp>
      <p:sp>
        <p:nvSpPr>
          <p:cNvPr id="140" name="S140"/>
          <p:cNvSpPr/>
          <p:nvPr/>
        </p:nvSpPr>
        <p:spPr>
          <a:xfrm>
            <a:off x="5122045" y="2766666"/>
            <a:ext cx="33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1" name="T141"/>
          <p:cNvSpPr/>
          <p:nvPr/>
        </p:nvSpPr>
        <p:spPr>
          <a:xfrm>
            <a:off x="5043485" y="2657946"/>
            <a:ext cx="451440" cy="1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PIN journey call</a:t>
            </a:r>
          </a:p>
        </p:txBody>
      </p:sp>
      <p:sp>
        <p:nvSpPr>
          <p:cNvPr id="142" name="S142"/>
          <p:cNvSpPr/>
          <p:nvPr/>
        </p:nvSpPr>
        <p:spPr>
          <a:xfrm>
            <a:off x="5122045" y="4289999"/>
            <a:ext cx="33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3" name="T143"/>
          <p:cNvSpPr/>
          <p:nvPr/>
        </p:nvSpPr>
        <p:spPr>
          <a:xfrm>
            <a:off x="5043485" y="4150799"/>
            <a:ext cx="471440" cy="17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Token journey call</a:t>
            </a:r>
          </a:p>
        </p:txBody>
      </p:sp>
      <p:sp>
        <p:nvSpPr>
          <p:cNvPr id="144" name="S144"/>
          <p:cNvSpPr/>
          <p:nvPr/>
        </p:nvSpPr>
        <p:spPr>
          <a:xfrm>
            <a:off x="5122045" y="5813332"/>
            <a:ext cx="44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5" name="T145"/>
          <p:cNvSpPr/>
          <p:nvPr/>
        </p:nvSpPr>
        <p:spPr>
          <a:xfrm>
            <a:off x="5043485" y="5603012"/>
            <a:ext cx="6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Cleanup journey call</a:t>
            </a:r>
          </a:p>
        </p:txBody>
      </p:sp>
      <p:sp>
        <p:nvSpPr>
          <p:cNvPr id="146" name="S146"/>
          <p:cNvSpPr/>
          <p:nvPr/>
        </p:nvSpPr>
        <p:spPr>
          <a:xfrm>
            <a:off x="5414925" y="1060000"/>
            <a:ext cx="3183230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47" name="T147"/>
          <p:cNvSpPr/>
          <p:nvPr/>
        </p:nvSpPr>
        <p:spPr>
          <a:xfrm>
            <a:off x="5514925" y="1110000"/>
            <a:ext cx="300323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(PingOne AIC)</a:t>
            </a:r>
          </a:p>
        </p:txBody>
      </p:sp>
      <p:sp>
        <p:nvSpPr>
          <p:cNvPr id="148" name="S148"/>
          <p:cNvSpPr/>
          <p:nvPr/>
        </p:nvSpPr>
        <p:spPr>
          <a:xfrm>
            <a:off x="5569925" y="1370000"/>
            <a:ext cx="2873230" cy="51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49" name="T149"/>
          <p:cNvSpPr/>
          <p:nvPr/>
        </p:nvSpPr>
        <p:spPr>
          <a:xfrm>
            <a:off x="5644925" y="1985600"/>
            <a:ext cx="272323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CIA / PingOne AIC</a:t>
            </a:r>
          </a:p>
        </p:txBody>
      </p:sp>
      <p:sp>
        <p:nvSpPr>
          <p:cNvPr id="150" name="ML150"/>
          <p:cNvSpPr/>
          <p:nvPr/>
        </p:nvSpPr>
        <p:spPr>
          <a:xfrm>
            <a:off x="5644925" y="2250600"/>
            <a:ext cx="2723230" cy="421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Journey engine for all ACE operations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PIN Mgmt group: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Calls ACE API for PIN ops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PIN Set / Next / Reset journeys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Token Mgmt group: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Soft token profile creation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Bulk token file processing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No ACE API — handled internally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Cleanup group: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Identifies stale tokens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Removes inactive user accounts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Clears irrelevant security domains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  No ACE API — handled internally</a:t>
            </a:r>
          </a:p>
        </p:txBody>
      </p:sp>
      <p:sp>
        <p:nvSpPr>
          <p:cNvPr id="151" name="S151"/>
          <p:cNvSpPr/>
          <p:nvPr/>
        </p:nvSpPr>
        <p:spPr>
          <a:xfrm>
            <a:off x="8608155" y="2766666"/>
            <a:ext cx="20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2" name="T152"/>
          <p:cNvSpPr/>
          <p:nvPr/>
        </p:nvSpPr>
        <p:spPr>
          <a:xfrm>
            <a:off x="8444595" y="2576665"/>
            <a:ext cx="446440" cy="159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ACE API call</a:t>
            </a:r>
          </a:p>
        </p:txBody>
      </p:sp>
      <p:sp>
        <p:nvSpPr>
          <p:cNvPr id="153" name="S153"/>
          <p:cNvSpPr/>
          <p:nvPr/>
        </p:nvSpPr>
        <p:spPr>
          <a:xfrm>
            <a:off x="8608155" y="2886666"/>
            <a:ext cx="2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54" name="T154"/>
          <p:cNvSpPr/>
          <p:nvPr/>
        </p:nvSpPr>
        <p:spPr>
          <a:xfrm>
            <a:off x="8444595" y="2911666"/>
            <a:ext cx="6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PIN / token response</a:t>
            </a:r>
          </a:p>
        </p:txBody>
      </p:sp>
      <p:sp>
        <p:nvSpPr>
          <p:cNvPr id="155" name="T155"/>
          <p:cNvSpPr/>
          <p:nvPr/>
        </p:nvSpPr>
        <p:spPr>
          <a:xfrm>
            <a:off x="7998155" y="4332079"/>
            <a:ext cx="6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solidFill>
                  <a:srgbClr val="2C5F8A"/>
                </a:solidFill>
                <a:latin typeface="Calibri"/>
              </a:rPr>
              <a:t>✔ Internal only</a:t>
            </a:r>
          </a:p>
        </p:txBody>
      </p:sp>
      <p:sp>
        <p:nvSpPr>
          <p:cNvPr id="156" name="T156"/>
          <p:cNvSpPr/>
          <p:nvPr/>
        </p:nvSpPr>
        <p:spPr>
          <a:xfrm>
            <a:off x="7998155" y="5723332"/>
            <a:ext cx="60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solidFill>
                  <a:srgbClr val="3A6B35"/>
                </a:solidFill>
                <a:latin typeface="Calibri"/>
              </a:rPr>
              <a:t>✔ Internal only</a:t>
            </a:r>
          </a:p>
        </p:txBody>
      </p:sp>
      <p:sp>
        <p:nvSpPr>
          <p:cNvPr id="157" name="S157"/>
          <p:cNvSpPr/>
          <p:nvPr/>
        </p:nvSpPr>
        <p:spPr>
          <a:xfrm>
            <a:off x="8781035" y="1060000"/>
            <a:ext cx="3044845" cy="553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58" name="T158"/>
          <p:cNvSpPr/>
          <p:nvPr/>
        </p:nvSpPr>
        <p:spPr>
          <a:xfrm>
            <a:off x="8881035" y="1110000"/>
            <a:ext cx="2864845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B6B6B"/>
                </a:solidFill>
                <a:latin typeface="Calibri"/>
              </a:rPr>
              <a:t>External System</a:t>
            </a:r>
          </a:p>
        </p:txBody>
      </p:sp>
      <p:sp>
        <p:nvSpPr>
          <p:cNvPr id="159" name="S159"/>
          <p:cNvSpPr/>
          <p:nvPr/>
        </p:nvSpPr>
        <p:spPr>
          <a:xfrm>
            <a:off x="8851035" y="1380000"/>
            <a:ext cx="2824845" cy="51300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0" name="T160"/>
          <p:cNvSpPr/>
          <p:nvPr/>
        </p:nvSpPr>
        <p:spPr>
          <a:xfrm>
            <a:off x="8966035" y="1883000"/>
            <a:ext cx="2674845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ACE (RSA SecurID)</a:t>
            </a:r>
          </a:p>
        </p:txBody>
      </p:sp>
      <p:sp>
        <p:nvSpPr>
          <p:cNvPr id="161" name="ML161"/>
          <p:cNvSpPr/>
          <p:nvPr/>
        </p:nvSpPr>
        <p:spPr>
          <a:xfrm>
            <a:off x="8966035" y="2148000"/>
            <a:ext cx="2674845" cy="432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PIN / token authority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Called only by PIN Mgmt group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PIN Set — generate new PIN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Next PIN — sync PIN counter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PIN Reset — issue replacement PIN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⚠ Not used by Token Mgmt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⚠ Not used by Cleanup</a:t>
            </a:r>
          </a:p>
          <a:p>
            <a:pPr marL="0" indent="0" algn="ctr">
              <a:buNone/>
            </a:pPr>
            <a:endParaRPr lang="en-US" sz="87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Token Mgmt and Cleanup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are handled entirely within</a:t>
            </a:r>
          </a:p>
          <a:p>
            <a:pPr marL="0" indent="0" algn="ctr">
              <a:buNone/>
            </a:pPr>
            <a:r>
              <a:rPr lang="en-US" sz="870" b="0" i="1" dirty="0">
                <a:solidFill>
                  <a:srgbClr val="6B6B6B"/>
                </a:solidFill>
                <a:latin typeface="Calibri"/>
              </a:rPr>
              <a:t>CIA — no external call needed</a:t>
            </a:r>
          </a:p>
        </p:txBody>
      </p:sp>
      <p:sp>
        <p:nvSpPr>
          <p:cNvPr id="162" name="T162"/>
          <p:cNvSpPr/>
          <p:nvPr/>
        </p:nvSpPr>
        <p:spPr>
          <a:xfrm>
            <a:off x="457200" y="666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Red group = via ACE (RSA SecurID)  ·  Blue group = CIA internal (no ACE)  ·  Green group = CIA internal (no ACE)  ·  Black arrow = request/call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383</Words>
  <Application>Microsoft Office PowerPoint</Application>
  <PresentationFormat>Widescreen</PresentationFormat>
  <Paragraphs>88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Nisheeth Bhardwaj</cp:lastModifiedBy>
  <cp:revision>3</cp:revision>
  <dcterms:created xsi:type="dcterms:W3CDTF">2013-01-27T09:14:16Z</dcterms:created>
  <dcterms:modified xsi:type="dcterms:W3CDTF">2026-07-10T09:15:34Z</dcterms:modified>
  <cp:category/>
</cp:coreProperties>
</file>