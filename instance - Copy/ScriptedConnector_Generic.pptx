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91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1322"/>
                </a:solidFill>
              </a:rPr>
              <a:t>Sequence Diagram — Data Sync: Scripted Connector (Generic)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6B6B"/>
                </a:solidFill>
              </a:rPr>
              <a:t>PingIDM 7.2  ·  Scripted connectors (REST / SQL / custom Groovy) fully reside on RCS  ·  Custom Groovy script per ICF operation  ·  Generic flow applicable to all scripted connector types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560320" cy="42062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256032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PingIDM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(CIA)</a:t>
            </a:r>
            <a:endParaRPr lang="en-US" sz="12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FFDDDD"/>
                </a:solidFill>
              </a:rPr>
              <a:t>Reconciliation &amp; LiveSync engine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66744" y="1234440"/>
            <a:ext cx="2560320" cy="42062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66744" y="1234440"/>
            <a:ext cx="256032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RCS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(On-Premises)</a:t>
            </a:r>
            <a:endParaRPr lang="en-US" sz="12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FFDDDD"/>
                </a:solidFill>
              </a:rPr>
              <a:t>Hosts Groovy scripts &amp; connectors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76288" y="1234440"/>
            <a:ext cx="2560320" cy="42062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76288" y="1234440"/>
            <a:ext cx="256032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Scripted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Connector</a:t>
            </a:r>
            <a:endParaRPr lang="en-US" sz="12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FFDDDD"/>
                </a:solidFill>
              </a:rPr>
              <a:t>Groovy scripts — REST / SQL / custom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085832" y="1234440"/>
            <a:ext cx="2560320" cy="42062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85832" y="1234440"/>
            <a:ext cx="256032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Target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System</a:t>
            </a:r>
            <a:endParaRPr lang="en-US" sz="12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FFDDDD"/>
                </a:solidFill>
              </a:rPr>
              <a:t>Any system or database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737360" y="1700784"/>
            <a:ext cx="0" cy="433425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946904" y="1700784"/>
            <a:ext cx="0" cy="433425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8156448" y="1700784"/>
            <a:ext cx="0" cy="433425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11365992" y="1700784"/>
            <a:ext cx="0" cy="4334256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91440" y="1847088"/>
            <a:ext cx="3291840" cy="329184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" y="1847088"/>
            <a:ext cx="32918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2626"/>
                </a:solidFill>
              </a:rPr>
              <a:t>1. LiveSync (changelog event) or Reconciliation (cron/interval) triggers in PingIDM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737360" y="2267712"/>
            <a:ext cx="3209544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792224" y="1993392"/>
            <a:ext cx="3099816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</a:rPr>
              <a:t>2. Dispatch ICF operation request to RCS via wss:// (TLS encrypted WebSocket)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46904" y="2633472"/>
            <a:ext cx="3209544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5001768" y="2359152"/>
            <a:ext cx="3099816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</a:rPr>
              <a:t>3. RCS loads the appropriate Groovy script for the ICF operation type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67728" y="2944368"/>
            <a:ext cx="2377440" cy="329184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67728" y="2944368"/>
            <a:ext cx="23774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2626"/>
                </a:solidFill>
              </a:rPr>
              <a:t>4. Connector initialises — configures connection (HTTP pool / JDBC pool / custom)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56448" y="3364992"/>
            <a:ext cx="3209544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8211312" y="3090672"/>
            <a:ext cx="3099816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</a:rPr>
              <a:t>5. Groovy script executes operation on target (HTTP / SQL / custom protocol)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 flipH="1">
            <a:off x="8156448" y="3730752"/>
            <a:ext cx="3209544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dash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8211312" y="3456432"/>
            <a:ext cx="3099816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6B6B"/>
                </a:solidFill>
              </a:rPr>
              <a:t>6. Target returns raw response (HTTP JSON / JDBC ResultSet / custom payload)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967728" y="4041648"/>
            <a:ext cx="2377440" cy="329184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67728" y="4041648"/>
            <a:ext cx="23774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2626"/>
                </a:solidFill>
              </a:rPr>
              <a:t>7. Groovy maps response → ICF ConnectorObject or SyncDelta per record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 flipH="1">
            <a:off x="4946904" y="4462272"/>
            <a:ext cx="3209544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dash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5001768" y="4187952"/>
            <a:ext cx="3099816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6B6B"/>
                </a:solidFill>
              </a:rPr>
              <a:t>8. Connector streams ConnectorObjects / SyncDeltas to RCS handler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 flipH="1">
            <a:off x="1737360" y="4828032"/>
            <a:ext cx="3209544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dash"/>
            <a:headEnd type="none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1792224" y="4553712"/>
            <a:ext cx="3099816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6B6B"/>
                </a:solidFill>
              </a:rPr>
              <a:t>9. RCS returns result stream to PingIDM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1440" y="5138928"/>
            <a:ext cx="3291840" cy="329184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" y="5138928"/>
            <a:ext cx="32918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2626"/>
                </a:solidFill>
              </a:rPr>
              <a:t>10. IDM evaluates sync mapping — attribute transform, correlation, situation assessment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737360" y="5559552"/>
            <a:ext cx="3209544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1792224" y="5285232"/>
            <a:ext cx="3099816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</a:rPr>
              <a:t>11. [ If write-back ] IDM dispatches CREATE / UPDATE / DELETE via RCS → Connector → Target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1440" y="5870448"/>
            <a:ext cx="3291840" cy="329184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" y="5870448"/>
            <a:ext cx="32918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2626"/>
                </a:solidFill>
              </a:rPr>
              <a:t>12. IDM advances SyncToken — audit log written — reconciliation report updated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8640" y="5623560"/>
            <a:ext cx="11091672" cy="274320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5623560"/>
            <a:ext cx="11091672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6B6B"/>
                </a:solidFill>
              </a:rPr>
              <a:t>Groovy scripts required per ICF operation:  SearchScript  ·  CreateScript  ·  UpdateScript  ·  DeleteScript  ·  SyncScript  ·  SchemaScript  ·  TestScript  (deploy all to RCS scriptRoots directory)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6B6B"/>
                </a:solidFill>
              </a:rPr>
              <a:t>Black solid arrow → request / call  ·  Black dashed arrow → response / return  ·  Red-tint box → processing / internal step  ·  number every step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48640" y="65836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</a:rPr>
              <a:t>KPMG  ·  MUFG  ·  Ping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2026-08-06T10:49:37Z</dcterms:created>
  <dcterms:modified xsi:type="dcterms:W3CDTF">2026-08-06T10:49:37Z</dcterms:modified>
</cp:coreProperties>
</file>