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07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Entitlement Request &amp; Approval 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User selects entitlement from catalogue  ·  CIA evaluates policy &amp; routes to approval  ·  Manager approves / rejects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/ Admin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Initiates entitlement 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50008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0008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UAP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Request UI &amp; workflow engine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256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(PingOne AIC)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Journey &amp; policy orchestration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18504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Approver/Reviewer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Workflow approval step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02752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On-premises routing 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87000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0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Target provisioned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5214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36392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206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104888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089136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07338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207008" y="1828800"/>
            <a:ext cx="5843016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1828800"/>
            <a:ext cx="5843016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1. User/Admin selects entitlement (role, app access, CMB API, EB1 enrolment) from UAP entitlement catalogue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52144" y="2304288"/>
            <a:ext cx="1984248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07008" y="2029968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Submit entitlement request — specify entitlement, justification &amp; effective 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36392" y="2717749"/>
            <a:ext cx="1984248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91256" y="2462283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3. UAP triggers CIA entitlement request journey (OIDC-authenticated)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953512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953512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4. CIA evaluates policy — auto-approve (low-risk) OR route to manager (high-risk / privileged)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572952"/>
            <a:ext cx="1984248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175504" y="3317486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5. CIA dispatches approval task to Manager — email + UAP task link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5120640" y="3910997"/>
            <a:ext cx="19842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175504" y="3655531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6. Manager submits decision — APPROVE / REJECT / REQUEST_MORE_INFO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9040" y="4278172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4268745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7. CIA records approval decision with timestamp &amp; approver identity — audit trail written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93792" y="4754880"/>
            <a:ext cx="62179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★  Step-up MFA required for privileged entitlements — CIA challenges user before dispatching to approval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Red → request / call  ·  Dark-red dashed → response / return  ·  Red-tint box → CIA processing  ·  number every step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Entitlement Grant &amp; Propagation to Connected Applications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CIA assigns entitlement to CIAM profile  ·  RCS propagates to connected apps  ·  Audit log written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/ Admin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Receives confirmation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50008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0008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UAP 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Notification &amp;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256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(PingOne AIC)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Grant &amp; lifecycle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18504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Approver/Reviewer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Approval already recorded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02752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On-premises routing 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87000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0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Target provisioned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5214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36392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206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104888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089136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07338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749040" y="1874520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874520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1. APPROVED: CIA assigns entitlement to CIAM profile — role/attribute added to managed object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3136392" y="2400256"/>
            <a:ext cx="19842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191256" y="2173071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2. CIA notifies UAP — entitlement granted with effective 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H="1">
            <a:off x="1152144" y="2663451"/>
            <a:ext cx="19842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207008" y="2407985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3. UAP notifies user — entitlement active, access provisioned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3029777"/>
            <a:ext cx="3968496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75504" y="2764884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4. CIA triggers RCS — propagate entitlement to all  applications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89136" y="3273552"/>
            <a:ext cx="1984248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144000" y="2999232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5.routes entitlement to  App (REST/SCIM/SOAP)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9089136" y="3621024"/>
            <a:ext cx="19842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144000" y="3346704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6. Connected App confirms entitlement applied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H="1">
            <a:off x="5120640" y="3950208"/>
            <a:ext cx="396849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175504" y="3675888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7. RCS confirms all apps provisioned — result returned to CIA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49040" y="4251960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4251960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8.. CIA updates entitlement record — status: ACTIVE, grant timestamp set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H="1">
            <a:off x="1152144" y="4711707"/>
            <a:ext cx="396849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207008" y="4484522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9.. REJECTED path: CIA notifies user via UAP with rejection reason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207008" y="4928616"/>
            <a:ext cx="9811512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7008" y="4928616"/>
            <a:ext cx="9811512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10. Audit log: request, approval, grant timestamp, entitlements assigned, apps provisioned — stored for compliance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07008" y="5376672"/>
            <a:ext cx="9811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★  Time-bound: effective_date + expiry_date stored — CIA auto-revokes on expiry via scheduled reconciliation job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Red → request / call  ·  Dark-red dashed → response / return  ·  Red-tint box → CIA processing  ·  All provisioning routes via RCS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Periodic Entitlement Recertification (Access Review)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Scheduled campaign — configurable 30/60/90 days  ·  Manager certifies or revokes each entitlement  ·  REVOKE triggers Phase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Initiates review campaign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50008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0008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UAP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Review campaign &amp; task engine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256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(PingOne AIC)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Policy &amp; lifecycle orchestration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18504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Approver/Reviewer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Periodic access certifier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02752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On-premises routing 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87000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0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Target provisioned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5214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36392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206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104888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089136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07338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207008" y="1828800"/>
            <a:ext cx="9811512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1828800"/>
            <a:ext cx="9811512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1. Scheduled recertification campaign fires (configurable: 30/60/90 days) — CIA generates review tasks per entitlement per user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H="1">
            <a:off x="3136392" y="2428537"/>
            <a:ext cx="19842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191256" y="2163644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2. CIA sends review task list to UAP — all entitlements requiring recertification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36392" y="2804286"/>
            <a:ext cx="3968496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91256" y="2548824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3. UAP dispatches review task to Manager — email + UAP review link with entitlement details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75504" y="3012621"/>
            <a:ext cx="1874520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3022048"/>
            <a:ext cx="18745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4. Manager reviews each entitlement: still required? appropriate for role? risk level acceptable?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H="1">
            <a:off x="3136392" y="3489807"/>
            <a:ext cx="396849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191256" y="3243768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5. Manager submits decision — CERTIFY (keep) or REVOKE (remove)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91256" y="3717558"/>
            <a:ext cx="7827264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1256" y="3708131"/>
            <a:ext cx="7827264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6. CERTIFIED: entitlement retained — last-reviewed timestamp updated — no action on connected apps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36392" y="4223024"/>
            <a:ext cx="1984248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191256" y="3929849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7. REVOKE decisions forwarded to CIA — trigger entitlement revocation workflow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" y="4910328"/>
            <a:ext cx="9811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★  Separation of Duties: Manager cannot certify own entitlements — system enforces alternate reviewer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07008" y="5129129"/>
            <a:ext cx="9811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★  SLA Escalation: if Manager does not respond within SLA (e.g. 7 days) — CIA auto-escalates to manager's manager OR auto-revokes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Red → request / call  ·  Dark-red dashed → response / return  ·  CERTIFY = no further action  ·  REVOKE = continues to next slide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Entitlement Revocation &amp; Emergency Revocation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Phase 4: Revocation &amp; deprovisioning from all apps  ·  Phase 5: Emergency admin / SOC-initiated revocation (bypasses approval)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Initiates revocations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50008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0008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UAP 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Notification engine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256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(PingOne AIC)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Revocation orchestration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18504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Approver/Reviewer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Reviewed &amp; revoked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02752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On-premises routing 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87000" y="1234440"/>
            <a:ext cx="1572768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0" y="1234440"/>
            <a:ext cx="157276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Target provisioned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5214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36392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206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104888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089136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07338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749040" y="1856232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856232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1. CIA removes entitlement from CIAM profile — role/attribute cleared from managed object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3136392" y="2354819"/>
            <a:ext cx="19842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191256" y="2118207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2. CIA notifies UAP — entitlement revoked, effective immediately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580872"/>
            <a:ext cx="3968496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175504" y="2325406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3.  Deprovision entitlement from all connected applications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89136" y="2816352"/>
            <a:ext cx="1984248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144000" y="2542032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4.. Remove (Role/Permission) from  Application 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9089136" y="3127248"/>
            <a:ext cx="19842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144000" y="2852928"/>
            <a:ext cx="1874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5. User access revoked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5120640" y="3438144"/>
            <a:ext cx="396849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175504" y="3163824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6.  deprovisioning complete — all apps updated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H="1">
            <a:off x="1152144" y="3749040"/>
            <a:ext cx="3968496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207008" y="3474720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7. User notified — entitlement revoked, access removed with immediate effect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07008" y="4005072"/>
            <a:ext cx="9811512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7008" y="4005072"/>
            <a:ext cx="9811512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8. Audit log: revocation reason, reviewer, timestamp, apps deprovisioned — retained for compliance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480560"/>
            <a:ext cx="11457432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152144" y="4828032"/>
            <a:ext cx="3968496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207008" y="4553712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1. Admin triggers emergency revocation — CIA immediately removes ALL entitlements + invalidates all sessions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5193792"/>
            <a:ext cx="3968496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175504" y="4919472"/>
            <a:ext cx="385876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Deprovisions user from ALL Application simultaneously — admin notified + audit log written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96128"/>
            <a:ext cx="9811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★  SOC/Security trigger: Emergency revocation can also be initiated by SIEM alert or automated risk engine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07008" y="5852160"/>
            <a:ext cx="9811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★  Orphaned entitlement: if account owner is offboarded, CIA flags all their entitlements for immediate review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Red → request / call  ·  Dark-red dashed → response / return  ·  Steps 25–32: standard revocation  ·  Steps 33–34: emergency bypass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948</Words>
  <Application>Microsoft Office PowerPoint</Application>
  <PresentationFormat>Widescreen</PresentationFormat>
  <Paragraphs>114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6</cp:revision>
  <dcterms:created xsi:type="dcterms:W3CDTF">2026-08-06T08:59:49Z</dcterms:created>
  <dcterms:modified xsi:type="dcterms:W3CDTF">2026-08-06T10:32:30Z</dcterms:modified>
</cp:coreProperties>
</file>