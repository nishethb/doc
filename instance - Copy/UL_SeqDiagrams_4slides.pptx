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User Onboarding &amp; Default Role Assignment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Admin creates new user in UAP  ·  CIA assigns default roles per onboarding policy  ·  RCS syncs access to connected systems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/ User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Initiates lifecycle events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 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Admin console &amp; policy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Journey orchestration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035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41248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78992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371600" y="1920240"/>
            <a:ext cx="22860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26464" y="1645920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1. Create new user (name, profile, role type, language group)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2304288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12464" y="2029968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Call CIA onboarding journey API (OIDC-authenticated)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587752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587752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3. Evaluate onboarding policy for user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898648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898648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4. Determine default role set (e.g. MBC basic access)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404398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089904" y="3158359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 Request provisioning to connected applications via RCS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694176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467344" y="341985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6. Create user account in connected application (REST / SCIM / SOAP)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8412480" y="4005072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467344" y="3730752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7. Return provisioning confirmation to RCS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6035040" y="4334256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089904" y="405993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8. Confirm account created in target system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617720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4617720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9. Assign default CIAM roles to user profile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3657600" y="5133463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712464" y="4906278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10. Return onboarding result — roles assigned, account active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1371600" y="5433234"/>
            <a:ext cx="228600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426464" y="5177768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11. Display confirmation — user onboarded with default roles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Red-tint box → CIA processing step  ·  number every step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Profile Updates, Role Changes &amp; Entitlement Sync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Admin submits profile / role update  ·  CIA validates &amp; applies change  ·  LiveSync propagates attribute changes via RCS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/ User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Initiates lifecycle events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Admin console &amp; policy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Journey orchestration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035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41248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78992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371600" y="1920240"/>
            <a:ext cx="22860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26464" y="1645920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1. Submit profile update / role change request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2267712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12464" y="1993392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Trigger role update journey (OIDC — admin entitlement validated)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532888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532888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3. Validate admin entitlement &amp; authorise change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843784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843784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4. Update role/profile in CIAM — apply to user record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407228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089904" y="3151762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 Push role/entitlement update to connected apps via RCS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642142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467344" y="338667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6. Update user entitlement in connected application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8412480" y="3943611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467344" y="3678718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7. Confirm entitlement updated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6035040" y="4187952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089904" y="3913632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8. Acknowledge sync complete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71600" y="4535424"/>
            <a:ext cx="4663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426464" y="4261104"/>
            <a:ext cx="4553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9. Attribute change detected — Live Sync (changelog event)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4846320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089904" y="4572000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10. Changelog-driven sync — propagate attribute change via RCS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12480" y="5157216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8467344" y="488289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11. Update user attribute in connected application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8412480" y="5486400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467344" y="5212080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12. Confirm attribute updated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1371600" y="5806440"/>
            <a:ext cx="4663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426464" y="5532120"/>
            <a:ext cx="4553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13. Confirm all changes synced — profile &amp; roles up to date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Steps 12–19: admin-initiated update  ·  Steps 20–24: LiveSync changelog path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Inactive User Detection &amp; Account Purge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Scheduled reconciliation detects inactivity  ·  CIA locks &amp; purges user  ·  RCS deprovisions from all connected applications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/ User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Notified of purge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 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Admin console &amp; policy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Inactivity &amp; purge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035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41248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78992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H="1">
            <a:off x="3657600" y="1986795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712464" y="1712475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1. Scheduled reconciliation engine fires (cron / interval) — inactivity check begins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167128"/>
            <a:ext cx="31089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167128"/>
            <a:ext cx="31089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2. Check last-login timestamp vs. configurable inactivity threshold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2478024"/>
            <a:ext cx="31089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478024"/>
            <a:ext cx="31089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3. Identify inactive users exceeding threshold — flag for lock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2788920"/>
            <a:ext cx="31089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788920"/>
            <a:ext cx="31089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4. Lock user account in CIAM — prevent new sessions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295236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089904" y="3049197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 Notify RCS — suspend user in all connected applications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596139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467344" y="3321819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6. Suspend / disable user account in connected application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8412480" y="3925889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467344" y="366099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7. Confirm account suspended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0" y="4114800"/>
            <a:ext cx="8503920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4114800"/>
            <a:ext cx="85039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8.  [ Configurable wait period — e.g. 30 / 60 / 90 days — before permanent purge 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80560" y="4434840"/>
            <a:ext cx="31089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4434840"/>
            <a:ext cx="31089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9. Purge user record permanently from CIAM — GDPR-compliant deletion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5063704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089904" y="4808241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10. Deprovision user from ALL connected applications via RCS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1371600" y="5373754"/>
            <a:ext cx="4663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426464" y="5108857"/>
            <a:ext cx="4553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11. Notify admin — purge action logged &amp; audit trail written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Red-tint box → CIA processing step  ·  Step 32: configurable wait before permanent purge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Offboarding &amp; Full Deprovisioning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Admin initiates offboarding  ·  CIA deactivates &amp; revokes all entitlements  ·  RCS removes user from all connected applications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/ User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Initiates offboarding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 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Admin console &amp; policy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Offboarding orchestration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035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41248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78992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371600" y="1901952"/>
            <a:ext cx="22860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26464" y="1627632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1. Initiate offboarding — specify user, reason, effective 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2212848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12464" y="1938528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Trigger offboarding journey (OIDC — admin entitlement checked)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478024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478024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3. Validate admin authorisation for offboarding 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788920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788920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4. Deactivate user account in CIAM — block all new logins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295802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089904" y="304033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 Revoke all entitlements — instruct RCS to deprovision all apps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568424"/>
            <a:ext cx="237744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467344" y="3303531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6. Remove / deactivate user in connected application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8412480" y="3878754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467344" y="3604434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7. Confirm user removed from application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6035040" y="4180223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089904" y="3915330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8. All connected apps deprovisioned — confirm to CIA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416552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4416552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9. Revoke all CIAM roles, MFA tokens &amp; active sessions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4727448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4727448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10. Write audit log — offboarding record timestamped &amp; stored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3657600" y="5225469"/>
            <a:ext cx="237744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712464" y="4998280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11. Send offboarding complete status to UAP portal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1371600" y="5517511"/>
            <a:ext cx="2286000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426464" y="5262045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12. Display offboarding confirmation — user fully deprovisioned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Red-tint box → CIA processing step  ·  All connector traffic routes via RCS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833</Words>
  <Application>Microsoft Office PowerPoint</Application>
  <PresentationFormat>Widescreen</PresentationFormat>
  <Paragraphs>111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4</cp:revision>
  <dcterms:created xsi:type="dcterms:W3CDTF">2026-08-06T08:59:48Z</dcterms:created>
  <dcterms:modified xsi:type="dcterms:W3CDTF">2026-08-06T09:41:22Z</dcterms:modified>
</cp:coreProperties>
</file>