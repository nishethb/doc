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46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Data Sync: OOTB Connector  (LiveSync / Real-Time Path)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PingIDM 7.2  ·  OOTB connectors reside in CIA, configured against RCS  ·  Changelog event triggers immediate provisioning to connected system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PingIDM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(CIA)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Reconciliation &amp; LiveSync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(On-Premises)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Remote Connector Server — wss://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OOTB Connector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LDAP / SCIM / DB Table / CSV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Connected system — live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57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350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41248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78992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-91440" y="1901952"/>
            <a:ext cx="29260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-91440" y="1901952"/>
            <a:ext cx="2926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1. LiveSync engine detects changelog event on managed object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2322576"/>
            <a:ext cx="228600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426464" y="2048256"/>
            <a:ext cx="21762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2. Dispatch provisioning request to RCS via wss:// (TLS encrypted WebSocket)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2688336"/>
            <a:ext cx="23774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712464" y="2414016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3. RCS routes call to OOTB Connector — pre-configured, no Groovy scripts needed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3090672"/>
            <a:ext cx="23774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089904" y="2816352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4. OOTB Connector executes operation on target  (CREATE / UPDATE / DELETE)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6035040" y="3474720"/>
            <a:ext cx="23774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089904" y="3200400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5. Target returns result  (200 OK / error code)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H="1">
            <a:off x="1371600" y="3877056"/>
            <a:ext cx="228600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426464" y="3602736"/>
            <a:ext cx="21762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6. RCS confirms provisioning complete — LiveSync cycle closed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Black solid arrow → request / call  ·  Black dashed arrow → response / return  ·  Red-tint box → CIA processing step  ·  number every step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8525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Data Sync: OOTB Connector  (Scheduled Reconciliation Path)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208525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PingIDM 7.2  ·  Cron/interval batch compares source vs target state  ·  Deltas dispatched as CREATE / UPDATE / DELETE to connected system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85665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5665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PingIDM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(CIA)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Reconciliation &amp; LiveSync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1665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1665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Remote Connector Server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49105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49105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OOTB Connector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LDAP / SCIM / DB Table / CSV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6545" y="1234440"/>
            <a:ext cx="169164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6545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Connected 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31485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317485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694925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072365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68445" y="1771106"/>
            <a:ext cx="29260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445" y="1771106"/>
            <a:ext cx="2926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1. Scheduled reconciliation job fires (cron expression configured in IDM scheduler)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31485" y="2335965"/>
            <a:ext cx="228600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086349" y="2089926"/>
            <a:ext cx="21762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2. Call SEARCH on OOTB Connector via RCS — request full object enumeration from target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17485" y="2563150"/>
            <a:ext cx="23774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372349" y="2279403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3. RCS routes SEARCH — OOTB Connector executes full query on target system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94925" y="2809189"/>
            <a:ext cx="23774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749789" y="2544296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4. OOTB Connector enumerates all accounts  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6694925" y="3111790"/>
            <a:ext cx="23774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749789" y="2837470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5. Target returns full result set of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H="1">
            <a:off x="4317485" y="3376683"/>
            <a:ext cx="23774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372349" y="3121217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6. ConnectorObjects streamed back to RCS → PingIDM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4953" y="3511295"/>
            <a:ext cx="2926081" cy="394043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245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7. IDM assesses each object: 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31485" y="4218126"/>
            <a:ext cx="228600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086349" y="3915520"/>
            <a:ext cx="21762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8. For each delta: dispatch CREATE / UPDATE / DELETE provisioning call to RCS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17485" y="4540147"/>
            <a:ext cx="23774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372349" y="4265827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9. RCS routes delta operation to OOTB Connector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94925" y="4965291"/>
            <a:ext cx="237744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749789" y="4719256"/>
            <a:ext cx="2267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10. OOTB Connector applies delta to target  (update attributes / set account status)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H="1">
            <a:off x="2031485" y="5239611"/>
            <a:ext cx="228600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2086349" y="4974724"/>
            <a:ext cx="21762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11. Reconciliation report written — audit log updated — recon cycle complete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208525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Black solid arrow → request / call  ·  Black dashed arrow → response / return  ·  Red-tint box → CIA processing step  ·  number every step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08525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Data Sync: Scripted REST Connector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PingIDM 7.2  ·  Custom Groovy HTTP scripts fully reside on RCS  ·  CustomizerScript configures OAuth2 + Apache HTTP connection pool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01168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01168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PingIDM</a:t>
            </a:r>
            <a:r>
              <a:rPr lang="en-US" sz="1200" b="1" dirty="0">
                <a:solidFill>
                  <a:srgbClr val="FFFFFF"/>
                </a:solidFill>
              </a:rPr>
              <a:t>(CIA)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Reconciliation &amp; LiveSync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82112" y="1234440"/>
            <a:ext cx="201168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2112" y="1234440"/>
            <a:ext cx="201168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Hosts Groovy scripts &amp; connectors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07024" y="1234440"/>
            <a:ext cx="201168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7024" y="1234440"/>
            <a:ext cx="201168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Scripted Connector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Groovy + Apache HTTP Client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31936" y="1234440"/>
            <a:ext cx="201168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1936" y="1234440"/>
            <a:ext cx="201168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 API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Custom / in-house REST application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187952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912864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637776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1440" y="1865376"/>
            <a:ext cx="27432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" y="1865376"/>
            <a:ext cx="27432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1. IDM selects Scripted REST connector per sync mapping — dispatches ICF operation via wss://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63040" y="2249424"/>
            <a:ext cx="272491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517904" y="1975104"/>
            <a:ext cx="261518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2. Dispatch ICF operation request to RCS via wss:// (TLS encrypted WebSocket)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87952" y="2578608"/>
            <a:ext cx="272491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42816" y="2304288"/>
            <a:ext cx="261518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3. RCS loads Groovy script for operation type  (SearchScript / CreateScript / SyncScript)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84064" y="2816352"/>
            <a:ext cx="36576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2816352"/>
            <a:ext cx="3657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4. CustomizerScript.init{} configures Apache HTTP pool + OAuth2 Bearer interceptors  (runs once at connector startup)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12864" y="3236976"/>
            <a:ext cx="272491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967728" y="2962656"/>
            <a:ext cx="261518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5. Groovy builds HTTP request (GET/POST/PUT/DELETE) via RESTClient → calls target REST 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H="1">
            <a:off x="6912864" y="3602736"/>
            <a:ext cx="272491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967728" y="3328416"/>
            <a:ext cx="261518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6. Target REST API returns HTTP response (JSON) — Groovy parses &amp; builds ICF ConnectorObject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30552" y="3877056"/>
            <a:ext cx="41148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0552" y="3877056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7. ConnectorObject returned to RCS → IDM applies sync mapping: attribute transform, correlation, situation assessment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H="1">
            <a:off x="1463040" y="4297680"/>
            <a:ext cx="544982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517904" y="4023360"/>
            <a:ext cx="534009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8. Groovy returns ConnectorObject / Uid to RCS → RCS returns result to IDM — audit log written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Black solid arrow → request / call  ·  Black dashed arrow → response / return  ·  Red-tint box → processing step  ·  All connector traffic routes via RCS (wss://)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Data Sync: Scripted SQL Connector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PingIDM 7.2  ·  Custom Groovy JDBC scripts fully reside on RCS  ·  Tomcat JDBC pool  ·  Delta polling via UAP_CHANGELOG using SyncToken watermark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01168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01168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PingIDM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(CIA)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Reconciliation &amp; LiveSync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82112" y="1234440"/>
            <a:ext cx="201168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2112" y="1234440"/>
            <a:ext cx="201168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(On-Premises)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Hosts Groovy scripts &amp; connectors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07024" y="1234440"/>
            <a:ext cx="201168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7024" y="1234440"/>
            <a:ext cx="201168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Scripted 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Connector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Groovy + Tomcat JDBC Pool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31936" y="1234440"/>
            <a:ext cx="201168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1936" y="1234440"/>
            <a:ext cx="201168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DDD"/>
                </a:solidFill>
              </a:rPr>
              <a:t>Oracle / MySQL / MSSQL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187952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912864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637776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1440" y="1723971"/>
            <a:ext cx="27432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" y="1771106"/>
            <a:ext cx="27432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1. IDM selects Scripted Connector 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63040" y="2334267"/>
            <a:ext cx="272491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517904" y="2078801"/>
            <a:ext cx="261518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2. Dispatch ICF operation request to RCS via wss:// (TLS encrypted)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87952" y="2578608"/>
            <a:ext cx="272491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42816" y="2304288"/>
            <a:ext cx="261518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3. RCS loads Groovy SQL script — acquires JDBC connection from Tomcat connection pool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55464" y="2816352"/>
            <a:ext cx="41148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281635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4. SyncScript: SELECT from UAP_CHANGELOG WHERE CHANGE_ID &gt; token  |  SearchScript: SELECT from UAP_USERS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12864" y="3454363"/>
            <a:ext cx="272491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967728" y="3208322"/>
            <a:ext cx="261518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</a:rPr>
              <a:t>5. Groovy executes SQL (SELECT / INSERT / UPDATE) on target database via JDBC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H="1">
            <a:off x="6912864" y="3773554"/>
            <a:ext cx="272491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967728" y="3527515"/>
            <a:ext cx="261518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6. JDBC ResultSet returned — Groovy maps rows to ConnectorObject or SyncDelta per row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30552" y="3926455"/>
            <a:ext cx="41148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0552" y="393588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7. SyncDelta carries new SyncToken watermark — IDM advances token after processing each delta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H="1">
            <a:off x="4187952" y="4574458"/>
            <a:ext cx="272491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242816" y="4309565"/>
            <a:ext cx="261518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</a:rPr>
              <a:t>8. Groovy streams ConnectorObjects / SyncDeltas to RCS handler → RCS returns to IDM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" y="4763369"/>
            <a:ext cx="27432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39" y="4735082"/>
            <a:ext cx="2830869" cy="41129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2626"/>
                </a:solidFill>
              </a:rPr>
              <a:t>9. IDM applies sync mapping —  reconciliation audit log written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Black solid arrow → request / call  ·  Black dashed arrow → response / return  ·  Red-tint box → processing step  ·  Groovy scripts deployed to RCS scriptRoots directory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878</Words>
  <Application>Microsoft Office PowerPoint</Application>
  <PresentationFormat>Widescreen</PresentationFormat>
  <Paragraphs>94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10</cp:revision>
  <dcterms:created xsi:type="dcterms:W3CDTF">2026-08-06T09:43:08Z</dcterms:created>
  <dcterms:modified xsi:type="dcterms:W3CDTF">2026-08-06T12:28:02Z</dcterms:modified>
</cp:coreProperties>
</file>