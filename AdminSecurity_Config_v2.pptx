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675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Config Alerts Adm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89515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914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Admin Security &amp; Configuration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914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Text Configuration  ·  Alerts Administration  ·  Security Setting Administration  ·  IP Whitelisting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5302823" cy="5265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37620" y="1110000"/>
            <a:ext cx="5158065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577831" y="1355000"/>
            <a:ext cx="5061560" cy="5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38147" y="1422200"/>
            <a:ext cx="4940929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38147" y="1645720"/>
            <a:ext cx="4940929" cy="21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Text configuration &amp; alerts UI</a:t>
            </a:r>
          </a:p>
          <a:p>
            <a:pPr marL="0" indent="0" algn="ctr">
              <a:buNone/>
            </a:pPr>
            <a:endParaRPr lang="en-US" sz="88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8" name="S108"/>
          <p:cNvSpPr/>
          <p:nvPr/>
        </p:nvSpPr>
        <p:spPr>
          <a:xfrm>
            <a:off x="549684" y="2095000"/>
            <a:ext cx="5117855" cy="413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18041" y="2140000"/>
            <a:ext cx="4997224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Admin Configuration</a:t>
            </a:r>
          </a:p>
        </p:txBody>
      </p:sp>
      <p:sp>
        <p:nvSpPr>
          <p:cNvPr id="110" name="S110"/>
          <p:cNvSpPr/>
          <p:nvPr/>
        </p:nvSpPr>
        <p:spPr>
          <a:xfrm>
            <a:off x="622062" y="2345000"/>
            <a:ext cx="2438296" cy="1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1" name="T111"/>
          <p:cNvSpPr/>
          <p:nvPr/>
        </p:nvSpPr>
        <p:spPr>
          <a:xfrm>
            <a:off x="682378" y="2545000"/>
            <a:ext cx="231766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Text Config
Service</a:t>
            </a:r>
          </a:p>
        </p:txBody>
      </p:sp>
      <p:sp>
        <p:nvSpPr>
          <p:cNvPr id="112" name="ML112"/>
          <p:cNvSpPr/>
          <p:nvPr/>
        </p:nvSpPr>
        <p:spPr>
          <a:xfrm>
            <a:off x="682378" y="2845000"/>
            <a:ext cx="2317664" cy="1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UI text configurable via front-end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Limited texts (e.g. support hours)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Text editor for all saved field texts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Language group control: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Only correct group can edit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their assigned texts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New page field → associated text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must be added alongside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Error handling: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Retain edits on page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Show error message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Allow retry or cancel</a:t>
            </a:r>
          </a:p>
        </p:txBody>
      </p:sp>
      <p:sp>
        <p:nvSpPr>
          <p:cNvPr id="113" name="S113"/>
          <p:cNvSpPr/>
          <p:nvPr/>
        </p:nvSpPr>
        <p:spPr>
          <a:xfrm>
            <a:off x="3156864" y="2345000"/>
            <a:ext cx="2438296" cy="1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4" name="T114"/>
          <p:cNvSpPr/>
          <p:nvPr/>
        </p:nvSpPr>
        <p:spPr>
          <a:xfrm>
            <a:off x="3217180" y="2545000"/>
            <a:ext cx="2317664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Alerts Admin
Service</a:t>
            </a:r>
          </a:p>
        </p:txBody>
      </p:sp>
      <p:sp>
        <p:nvSpPr>
          <p:cNvPr id="115" name="ML115"/>
          <p:cNvSpPr/>
          <p:nvPr/>
        </p:nvSpPr>
        <p:spPr>
          <a:xfrm>
            <a:off x="3217180" y="2845000"/>
            <a:ext cx="2317664" cy="1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CIAM-specific alerts only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Not generic to all entitlements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Admin selects alerts to apply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to a given user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Confirmation displayed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after storing changes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Error handling: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Revert to previous saved state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Display error message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Allow user to retry</a:t>
            </a:r>
          </a:p>
          <a:p>
            <a:pPr marL="0" indent="0" algn="ctr">
              <a:buNone/>
            </a:pPr>
            <a:r>
              <a:rPr lang="en-US" sz="880" b="0" i="1" dirty="0">
                <a:solidFill>
                  <a:srgbClr val="6B6B6B"/>
                </a:solidFill>
                <a:latin typeface="Calibri"/>
              </a:rPr>
              <a:t>  or cancel out</a:t>
            </a:r>
          </a:p>
        </p:txBody>
      </p:sp>
      <p:sp>
        <p:nvSpPr>
          <p:cNvPr id="116" name="S116"/>
          <p:cNvSpPr/>
          <p:nvPr/>
        </p:nvSpPr>
        <p:spPr>
          <a:xfrm>
            <a:off x="5647434" y="1580000"/>
            <a:ext cx="259663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7" name="T117"/>
          <p:cNvSpPr/>
          <p:nvPr/>
        </p:nvSpPr>
        <p:spPr>
          <a:xfrm>
            <a:off x="5622455" y="1420479"/>
            <a:ext cx="284641" cy="29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Admin OIDC</a:t>
            </a:r>
          </a:p>
        </p:txBody>
      </p:sp>
      <p:sp>
        <p:nvSpPr>
          <p:cNvPr id="118" name="S118"/>
          <p:cNvSpPr/>
          <p:nvPr/>
        </p:nvSpPr>
        <p:spPr>
          <a:xfrm>
            <a:off x="5647434" y="1690000"/>
            <a:ext cx="368231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19" name="T119"/>
          <p:cNvSpPr/>
          <p:nvPr/>
        </p:nvSpPr>
        <p:spPr>
          <a:xfrm>
            <a:off x="5622455" y="1715000"/>
            <a:ext cx="41818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B6B6B"/>
                </a:solidFill>
                <a:latin typeface="Calibri"/>
              </a:rPr>
              <a:t>response</a:t>
            </a:r>
            <a:endParaRPr lang="en-US" sz="82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0" name="S120"/>
          <p:cNvSpPr/>
          <p:nvPr/>
        </p:nvSpPr>
        <p:spPr>
          <a:xfrm>
            <a:off x="5675581" y="4247500"/>
            <a:ext cx="231515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21" name="T121"/>
          <p:cNvSpPr/>
          <p:nvPr/>
        </p:nvSpPr>
        <p:spPr>
          <a:xfrm>
            <a:off x="5636529" y="4138780"/>
            <a:ext cx="41818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AIC journey call</a:t>
            </a:r>
          </a:p>
        </p:txBody>
      </p:sp>
      <p:sp>
        <p:nvSpPr>
          <p:cNvPr id="122" name="S122"/>
          <p:cNvSpPr/>
          <p:nvPr/>
        </p:nvSpPr>
        <p:spPr>
          <a:xfrm>
            <a:off x="5675581" y="4357500"/>
            <a:ext cx="340084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23" name="T123"/>
          <p:cNvSpPr/>
          <p:nvPr/>
        </p:nvSpPr>
        <p:spPr>
          <a:xfrm>
            <a:off x="5636529" y="4382500"/>
            <a:ext cx="41818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i="1" dirty="0">
                <a:solidFill>
                  <a:srgbClr val="6B6B6B"/>
                </a:solidFill>
                <a:latin typeface="Calibri"/>
              </a:rPr>
              <a:t>response</a:t>
            </a:r>
            <a:endParaRPr lang="en-US" sz="82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4" name="S124"/>
          <p:cNvSpPr/>
          <p:nvPr/>
        </p:nvSpPr>
        <p:spPr>
          <a:xfrm>
            <a:off x="5907097" y="1060000"/>
            <a:ext cx="3692902" cy="5265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25" name="T125"/>
          <p:cNvSpPr/>
          <p:nvPr/>
        </p:nvSpPr>
        <p:spPr>
          <a:xfrm>
            <a:off x="5987518" y="1110000"/>
            <a:ext cx="3548144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26" name="S126"/>
          <p:cNvSpPr/>
          <p:nvPr/>
        </p:nvSpPr>
        <p:spPr>
          <a:xfrm>
            <a:off x="6019686" y="1355000"/>
            <a:ext cx="3467723" cy="49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7" name="T127"/>
          <p:cNvSpPr/>
          <p:nvPr/>
        </p:nvSpPr>
        <p:spPr>
          <a:xfrm>
            <a:off x="6080002" y="1973000"/>
            <a:ext cx="334709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28" name="ML128"/>
          <p:cNvSpPr/>
          <p:nvPr/>
        </p:nvSpPr>
        <p:spPr>
          <a:xfrm>
            <a:off x="6080002" y="2227000"/>
            <a:ext cx="3347092" cy="40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Journey engine for all config operations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Text Config journey: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Validate language group role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Save text / confirm or error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Alerts Admin journey: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Validate CIAM alert scope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Apply alert to user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Security Settings journey: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Verify admin authorization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Assign/unassign tokens, lock/unlock users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Error: revert + error popup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IP Whitelisting journey: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CRUD for IP / CIDR ranges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Toggle whitelist on/off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User-level exception (checkbox)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  Error: revert + retry or cancel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All journeys: OIDC-authenticated</a:t>
            </a:r>
          </a:p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Role-based access per journey</a:t>
            </a:r>
          </a:p>
        </p:txBody>
      </p:sp>
      <p:sp>
        <p:nvSpPr>
          <p:cNvPr id="129" name="T129"/>
          <p:cNvSpPr/>
          <p:nvPr/>
        </p:nvSpPr>
        <p:spPr>
          <a:xfrm>
            <a:off x="457200" y="6405000"/>
            <a:ext cx="91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Black arrow = request/call  ·  Dashed zone = platform boundary  ·  All capabilities are UAP features orchestrated via CIA</a:t>
            </a:r>
          </a:p>
        </p:txBody>
      </p:sp>
      <p:sp>
        <p:nvSpPr>
          <p:cNvPr id="200" name="S_ext_zone"/>
          <p:cNvSpPr/>
          <p:nvPr/>
        </p:nvSpPr>
        <p:spPr>
          <a:xfrm>
            <a:off x="9750000" y="1060000"/>
            <a:ext cx="1984800" cy="5265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1" name="T_ext_lbl"/>
          <p:cNvSpPr/>
          <p:nvPr/>
        </p:nvSpPr>
        <p:spPr>
          <a:xfrm>
            <a:off x="9830000" y="1110000"/>
            <a:ext cx="1824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1" dirty="0">
                <a:solidFill>
                  <a:srgbClr val="262626"/>
                </a:solidFill>
                <a:latin typeface="Calibri"/>
              </a:rPr>
              <a:t>External Systems</a:t>
            </a:r>
          </a:p>
        </p:txBody>
      </p:sp>
      <p:sp>
        <p:nvSpPr>
          <p:cNvPr id="202" name="S_alarm"/>
          <p:cNvSpPr/>
          <p:nvPr/>
        </p:nvSpPr>
        <p:spPr>
          <a:xfrm>
            <a:off x="9830000" y="1560000"/>
            <a:ext cx="1824800" cy="223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3" name="T_alarm_name"/>
          <p:cNvSpPr/>
          <p:nvPr/>
        </p:nvSpPr>
        <p:spPr>
          <a:xfrm>
            <a:off x="9890000" y="2476250"/>
            <a:ext cx="1704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Alarm / Monitoring</a:t>
            </a:r>
          </a:p>
        </p:txBody>
      </p:sp>
      <p:sp>
        <p:nvSpPr>
          <p:cNvPr id="204" name="T_alarm_body"/>
          <p:cNvSpPr/>
          <p:nvPr/>
        </p:nvSpPr>
        <p:spPr>
          <a:xfrm>
            <a:off x="9890000" y="2756250"/>
            <a:ext cx="1704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Log failure alarms</a:t>
            </a:r>
          </a:p>
        </p:txBody>
      </p:sp>
      <p:sp>
        <p:nvSpPr>
          <p:cNvPr id="205" name="S_wcag"/>
          <p:cNvSpPr/>
          <p:nvPr/>
        </p:nvSpPr>
        <p:spPr>
          <a:xfrm>
            <a:off x="9830000" y="3942500"/>
            <a:ext cx="1824800" cy="223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6" name="T_wcag_name"/>
          <p:cNvSpPr/>
          <p:nvPr/>
        </p:nvSpPr>
        <p:spPr>
          <a:xfrm>
            <a:off x="9890000" y="4858750"/>
            <a:ext cx="1704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WCAG A11y Engine</a:t>
            </a:r>
          </a:p>
        </p:txBody>
      </p:sp>
      <p:sp>
        <p:nvSpPr>
          <p:cNvPr id="207" name="T_wcag_body"/>
          <p:cNvSpPr/>
          <p:nvPr/>
        </p:nvSpPr>
        <p:spPr>
          <a:xfrm>
            <a:off x="9890000" y="5138750"/>
            <a:ext cx="1704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Accessibility validator</a:t>
            </a:r>
          </a:p>
        </p:txBody>
      </p:sp>
      <p:sp>
        <p:nvSpPr>
          <p:cNvPr id="208" name="D_cia_alarm"/>
          <p:cNvSpPr/>
          <p:nvPr/>
        </p:nvSpPr>
        <p:spPr>
          <a:xfrm>
            <a:off x="9600000" y="2676250"/>
            <a:ext cx="15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09" name="D_cia_wcag"/>
          <p:cNvSpPr/>
          <p:nvPr/>
        </p:nvSpPr>
        <p:spPr>
          <a:xfrm>
            <a:off x="9600000" y="5058750"/>
            <a:ext cx="15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00" name="S_sec"/>
          <p:cNvSpPr/>
          <p:nvPr/>
        </p:nvSpPr>
        <p:spPr>
          <a:xfrm>
            <a:off x="622062" y="4275000"/>
            <a:ext cx="2438296" cy="1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01" name="T_sec_name"/>
          <p:cNvSpPr/>
          <p:nvPr/>
        </p:nvSpPr>
        <p:spPr>
          <a:xfrm>
            <a:off x="682378" y="4475000"/>
            <a:ext cx="231766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Security Setting</a:t>
            </a:r>
          </a:p>
          <a:p>
            <a:pPr algn="ctr" marL="0" indent="0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Admin</a:t>
            </a:r>
          </a:p>
        </p:txBody>
      </p:sp>
      <p:sp>
        <p:nvSpPr>
          <p:cNvPr id="302" name="T_sec_body"/>
          <p:cNvSpPr/>
          <p:nvPr/>
        </p:nvSpPr>
        <p:spPr>
          <a:xfrm>
            <a:off x="682378" y="4775000"/>
            <a:ext cx="2317664" cy="1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Manage tokens &amp; user access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Assign / unassign tokens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Lock / unlock users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Role-based action control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Error: revert + popup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Allow retry or cancel</a:t>
            </a:r>
          </a:p>
        </p:txBody>
      </p:sp>
      <p:sp>
        <p:nvSpPr>
          <p:cNvPr id="303" name="S_ip"/>
          <p:cNvSpPr/>
          <p:nvPr/>
        </p:nvSpPr>
        <p:spPr>
          <a:xfrm>
            <a:off x="3156864" y="4275000"/>
            <a:ext cx="2438296" cy="1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04" name="T_ip_name"/>
          <p:cNvSpPr/>
          <p:nvPr/>
        </p:nvSpPr>
        <p:spPr>
          <a:xfrm>
            <a:off x="3217180" y="4475000"/>
            <a:ext cx="231766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IP Whitelisting</a:t>
            </a:r>
          </a:p>
        </p:txBody>
      </p:sp>
      <p:sp>
        <p:nvSpPr>
          <p:cNvPr id="305" name="T_ip_body"/>
          <p:cNvSpPr/>
          <p:nvPr/>
        </p:nvSpPr>
        <p:spPr>
          <a:xfrm>
            <a:off x="3217180" y="4775000"/>
            <a:ext cx="2317664" cy="11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CRUD: IP / CIDR ranges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Toggle whitelist on / off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Confirm after save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Cancel: discard changes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Empty whitelist: error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User exception flag (edit user)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Error: revert + retry / cancel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</Words>
  <Application>Microsoft Office PowerPoint</Application>
  <PresentationFormat>Widescreen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2</cp:revision>
  <dcterms:created xsi:type="dcterms:W3CDTF">2013-01-27T09:14:16Z</dcterms:created>
  <dcterms:modified xsi:type="dcterms:W3CDTF">2026-07-12T16:18:35Z</dcterms:modified>
  <cp:category/>
</cp:coreProperties>
</file>