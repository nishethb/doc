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s Report Buil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Reports &amp; Report Builder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Report Builder: custom admin &amp; customer reports + DB queries (role-based, approval required)  ·  Pre-designed Reports: csv/xlsx on-demand  ·  DMO sync for accurate reporting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5115906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493590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07200" y="1355000"/>
            <a:ext cx="4815906" cy="5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82200" y="1412200"/>
            <a:ext cx="4665906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82200" y="1623560"/>
            <a:ext cx="4665906" cy="18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admin &amp; customer entry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Select Reports or Report Builder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8" name="S108"/>
          <p:cNvSpPr/>
          <p:nvPr/>
        </p:nvSpPr>
        <p:spPr>
          <a:xfrm>
            <a:off x="572200" y="2035000"/>
            <a:ext cx="4885906" cy="447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57200" y="2080000"/>
            <a:ext cx="4735906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Reporting Capabilities </a:t>
            </a:r>
          </a:p>
        </p:txBody>
      </p:sp>
      <p:sp>
        <p:nvSpPr>
          <p:cNvPr id="110" name="S110"/>
          <p:cNvSpPr/>
          <p:nvPr/>
        </p:nvSpPr>
        <p:spPr>
          <a:xfrm>
            <a:off x="652200" y="2280000"/>
            <a:ext cx="1515302" cy="41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27200" y="2737600"/>
            <a:ext cx="136530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Report Builder
(Admin)</a:t>
            </a:r>
          </a:p>
        </p:txBody>
      </p:sp>
      <p:sp>
        <p:nvSpPr>
          <p:cNvPr id="112" name="ML112"/>
          <p:cNvSpPr/>
          <p:nvPr/>
        </p:nvSpPr>
        <p:spPr>
          <a:xfrm>
            <a:off x="727200" y="2989600"/>
            <a:ext cx="1365302" cy="3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Custom admin reports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Execute database queries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Correct admin role required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Only that customer's data shown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DB query reports require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approval by at least one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additional administrator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Error: no report generated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Show error message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Allow close out</a:t>
            </a:r>
          </a:p>
        </p:txBody>
      </p:sp>
      <p:sp>
        <p:nvSpPr>
          <p:cNvPr id="113" name="S113"/>
          <p:cNvSpPr/>
          <p:nvPr/>
        </p:nvSpPr>
        <p:spPr>
          <a:xfrm>
            <a:off x="2257502" y="2280000"/>
            <a:ext cx="1515302" cy="41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2332502" y="2737600"/>
            <a:ext cx="136530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Report Builder
(Customer)</a:t>
            </a:r>
          </a:p>
        </p:txBody>
      </p:sp>
      <p:sp>
        <p:nvSpPr>
          <p:cNvPr id="115" name="ML115"/>
          <p:cNvSpPr/>
          <p:nvPr/>
        </p:nvSpPr>
        <p:spPr>
          <a:xfrm>
            <a:off x="2332502" y="2989600"/>
            <a:ext cx="1365302" cy="3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Custom customer reports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Execute database queries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Correct customer role required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Only that customer's data shown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DB query reports require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approval by at least one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additional administrator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Error: no report generated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Show error message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Allow close out</a:t>
            </a:r>
          </a:p>
        </p:txBody>
      </p:sp>
      <p:sp>
        <p:nvSpPr>
          <p:cNvPr id="116" name="S116"/>
          <p:cNvSpPr/>
          <p:nvPr/>
        </p:nvSpPr>
        <p:spPr>
          <a:xfrm>
            <a:off x="3862804" y="2280000"/>
            <a:ext cx="1515302" cy="41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7" name="T117"/>
          <p:cNvSpPr/>
          <p:nvPr/>
        </p:nvSpPr>
        <p:spPr>
          <a:xfrm>
            <a:off x="3937804" y="2737600"/>
            <a:ext cx="136530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Pre-designed
Reports</a:t>
            </a:r>
          </a:p>
        </p:txBody>
      </p:sp>
      <p:sp>
        <p:nvSpPr>
          <p:cNvPr id="118" name="ML118"/>
          <p:cNvSpPr/>
          <p:nvPr/>
        </p:nvSpPr>
        <p:spPr>
          <a:xfrm>
            <a:off x="3937804" y="2989600"/>
            <a:ext cx="1365302" cy="3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Select from pre-designed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on-demand reports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csv / xlsx output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Business-specified report types: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User Changes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Customer Changes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Entitlement Changes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Approval History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Provisioning History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SoD Violations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Immediate download on run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Error: no report + error message</a:t>
            </a:r>
          </a:p>
        </p:txBody>
      </p:sp>
      <p:sp>
        <p:nvSpPr>
          <p:cNvPr id="119" name="S119"/>
          <p:cNvSpPr/>
          <p:nvPr/>
        </p:nvSpPr>
        <p:spPr>
          <a:xfrm>
            <a:off x="5433106" y="1560000"/>
            <a:ext cx="3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0" name="T120"/>
          <p:cNvSpPr/>
          <p:nvPr/>
        </p:nvSpPr>
        <p:spPr>
          <a:xfrm>
            <a:off x="5402046" y="144112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OIDC session</a:t>
            </a:r>
          </a:p>
        </p:txBody>
      </p:sp>
      <p:sp>
        <p:nvSpPr>
          <p:cNvPr id="121" name="S121"/>
          <p:cNvSpPr/>
          <p:nvPr/>
        </p:nvSpPr>
        <p:spPr>
          <a:xfrm>
            <a:off x="5433106" y="1670000"/>
            <a:ext cx="45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2" name="T122"/>
          <p:cNvSpPr/>
          <p:nvPr/>
        </p:nvSpPr>
        <p:spPr>
          <a:xfrm>
            <a:off x="5402046" y="169500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i="1" dirty="0" err="1">
                <a:solidFill>
                  <a:srgbClr val="6B6B6B"/>
                </a:solidFill>
                <a:latin typeface="Calibri"/>
              </a:rPr>
              <a:t>repponse</a:t>
            </a:r>
            <a:endParaRPr lang="en-US" sz="82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3" name="S123"/>
          <p:cNvSpPr/>
          <p:nvPr/>
        </p:nvSpPr>
        <p:spPr>
          <a:xfrm>
            <a:off x="5468106" y="4217500"/>
            <a:ext cx="3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4" name="T124"/>
          <p:cNvSpPr/>
          <p:nvPr/>
        </p:nvSpPr>
        <p:spPr>
          <a:xfrm>
            <a:off x="5419546" y="410878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AIC journey call</a:t>
            </a:r>
          </a:p>
        </p:txBody>
      </p:sp>
      <p:sp>
        <p:nvSpPr>
          <p:cNvPr id="125" name="S125"/>
          <p:cNvSpPr/>
          <p:nvPr/>
        </p:nvSpPr>
        <p:spPr>
          <a:xfrm>
            <a:off x="5468106" y="4327500"/>
            <a:ext cx="42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6" name="T126"/>
          <p:cNvSpPr/>
          <p:nvPr/>
        </p:nvSpPr>
        <p:spPr>
          <a:xfrm>
            <a:off x="5419546" y="435250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report data</a:t>
            </a:r>
          </a:p>
        </p:txBody>
      </p:sp>
      <p:sp>
        <p:nvSpPr>
          <p:cNvPr id="127" name="S127"/>
          <p:cNvSpPr/>
          <p:nvPr/>
        </p:nvSpPr>
        <p:spPr>
          <a:xfrm>
            <a:off x="5755986" y="1060000"/>
            <a:ext cx="3069543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28" name="T128"/>
          <p:cNvSpPr/>
          <p:nvPr/>
        </p:nvSpPr>
        <p:spPr>
          <a:xfrm>
            <a:off x="5855986" y="1110000"/>
            <a:ext cx="2889543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29" name="S129"/>
          <p:cNvSpPr/>
          <p:nvPr/>
        </p:nvSpPr>
        <p:spPr>
          <a:xfrm>
            <a:off x="5895986" y="1355000"/>
            <a:ext cx="2789543" cy="24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30" name="T130"/>
          <p:cNvSpPr/>
          <p:nvPr/>
        </p:nvSpPr>
        <p:spPr>
          <a:xfrm>
            <a:off x="5970986" y="1627250"/>
            <a:ext cx="263954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31" name="ML131"/>
          <p:cNvSpPr/>
          <p:nvPr/>
        </p:nvSpPr>
        <p:spPr>
          <a:xfrm>
            <a:off x="5970986" y="1879250"/>
            <a:ext cx="2639543" cy="192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Report journey engine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OIDC-authenticated sessions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Report Builder journeys: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Validate admin / customer role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Execute DB queries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Route DB query for approval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Return results or error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Pre-designed Report journeys: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Fetch report data by type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Generate csv / xlsx output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Confirm download or error</a:t>
            </a:r>
          </a:p>
        </p:txBody>
      </p:sp>
      <p:sp>
        <p:nvSpPr>
          <p:cNvPr id="132" name="S132"/>
          <p:cNvSpPr/>
          <p:nvPr/>
        </p:nvSpPr>
        <p:spPr>
          <a:xfrm>
            <a:off x="5895986" y="4030000"/>
            <a:ext cx="2789543" cy="24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33" name="T133"/>
          <p:cNvSpPr/>
          <p:nvPr/>
        </p:nvSpPr>
        <p:spPr>
          <a:xfrm>
            <a:off x="5970986" y="4302250"/>
            <a:ext cx="263954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7A1322"/>
                </a:solidFill>
                <a:latin typeface="Calibri"/>
              </a:rPr>
              <a:t>DMO Sync</a:t>
            </a:r>
          </a:p>
        </p:txBody>
      </p:sp>
      <p:sp>
        <p:nvSpPr>
          <p:cNvPr id="134" name="ML134"/>
          <p:cNvSpPr/>
          <p:nvPr/>
        </p:nvSpPr>
        <p:spPr>
          <a:xfrm>
            <a:off x="5970986" y="4554250"/>
            <a:ext cx="2639543" cy="192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Customer &amp; user data synchronised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with DMO for accurate reporting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Triggered on user initiation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or sync request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System updates customer &amp;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user data in DMO promptly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Ensures report data accuracy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across all report types</a:t>
            </a:r>
          </a:p>
        </p:txBody>
      </p:sp>
      <p:sp>
        <p:nvSpPr>
          <p:cNvPr id="135" name="S135"/>
          <p:cNvSpPr/>
          <p:nvPr/>
        </p:nvSpPr>
        <p:spPr>
          <a:xfrm>
            <a:off x="7290757" y="3840000"/>
            <a:ext cx="0" cy="18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6" name="T136"/>
          <p:cNvSpPr/>
          <p:nvPr/>
        </p:nvSpPr>
        <p:spPr>
          <a:xfrm>
            <a:off x="7340757" y="3845000"/>
            <a:ext cx="1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sync trigger</a:t>
            </a:r>
          </a:p>
        </p:txBody>
      </p:sp>
      <p:sp>
        <p:nvSpPr>
          <p:cNvPr id="137" name="S137"/>
          <p:cNvSpPr/>
          <p:nvPr/>
        </p:nvSpPr>
        <p:spPr>
          <a:xfrm>
            <a:off x="8835529" y="5267500"/>
            <a:ext cx="20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8" name="T138"/>
          <p:cNvSpPr/>
          <p:nvPr/>
        </p:nvSpPr>
        <p:spPr>
          <a:xfrm>
            <a:off x="8711969" y="489462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sync data</a:t>
            </a:r>
          </a:p>
        </p:txBody>
      </p:sp>
      <p:sp>
        <p:nvSpPr>
          <p:cNvPr id="139" name="S139"/>
          <p:cNvSpPr/>
          <p:nvPr/>
        </p:nvSpPr>
        <p:spPr>
          <a:xfrm>
            <a:off x="8835529" y="5367500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0" name="T140"/>
          <p:cNvSpPr/>
          <p:nvPr/>
        </p:nvSpPr>
        <p:spPr>
          <a:xfrm>
            <a:off x="8711969" y="5392500"/>
            <a:ext cx="5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sync confirmed</a:t>
            </a:r>
          </a:p>
        </p:txBody>
      </p:sp>
      <p:sp>
        <p:nvSpPr>
          <p:cNvPr id="141" name="S141"/>
          <p:cNvSpPr/>
          <p:nvPr/>
        </p:nvSpPr>
        <p:spPr>
          <a:xfrm>
            <a:off x="9008409" y="1060000"/>
            <a:ext cx="2817471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42" name="T142"/>
          <p:cNvSpPr/>
          <p:nvPr/>
        </p:nvSpPr>
        <p:spPr>
          <a:xfrm>
            <a:off x="9108409" y="1110000"/>
            <a:ext cx="2637471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DMO Reporting Systems</a:t>
            </a:r>
          </a:p>
        </p:txBody>
      </p:sp>
      <p:sp>
        <p:nvSpPr>
          <p:cNvPr id="143" name="S143"/>
          <p:cNvSpPr/>
          <p:nvPr/>
        </p:nvSpPr>
        <p:spPr>
          <a:xfrm>
            <a:off x="9118409" y="1355000"/>
            <a:ext cx="2597471" cy="5150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4" name="T144"/>
          <p:cNvSpPr/>
          <p:nvPr/>
        </p:nvSpPr>
        <p:spPr>
          <a:xfrm>
            <a:off x="9193409" y="1921500"/>
            <a:ext cx="2447471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i="0" dirty="0">
                <a:solidFill>
                  <a:srgbClr val="262626"/>
                </a:solidFill>
                <a:latin typeface="Calibri"/>
              </a:rPr>
              <a:t>DMO</a:t>
            </a:r>
          </a:p>
        </p:txBody>
      </p:sp>
      <p:sp>
        <p:nvSpPr>
          <p:cNvPr id="145" name="ML145"/>
          <p:cNvSpPr/>
          <p:nvPr/>
        </p:nvSpPr>
        <p:spPr>
          <a:xfrm>
            <a:off x="9193409" y="2173500"/>
            <a:ext cx="2447471" cy="43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Data Management &amp; Operations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Stores customer &amp; user data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Synchronised with CIA for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accurate reporting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Data synced promptly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upon activation / sync request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Source of truth for all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report data queries</a:t>
            </a:r>
          </a:p>
        </p:txBody>
      </p:sp>
      <p:sp>
        <p:nvSpPr>
          <p:cNvPr id="146" name="T146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External = grey fill  ·  Black arrow = request/call  ·  Dashed zone = platform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349</Words>
  <Application>Microsoft Office PowerPoint</Application>
  <PresentationFormat>Widescreen</PresentationFormat>
  <Paragraphs>82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4</cp:revision>
  <dcterms:created xsi:type="dcterms:W3CDTF">2013-01-27T09:14:16Z</dcterms:created>
  <dcterms:modified xsi:type="dcterms:W3CDTF">2026-07-12T16:39:55Z</dcterms:modified>
  <cp:category/>
</cp:coreProperties>
</file>