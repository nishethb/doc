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1478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2006"/>
            <a:ext cx="11457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1322"/>
                </a:solidFill>
              </a:rPr>
              <a:t>Sequence Diagram — User Onboarding &amp; Default Role Assignment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93776"/>
            <a:ext cx="11457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Admin creates new user  ·  CIA assigns default roles per onboarding policy  ·  EIP proxies to RCS  ·  RCS provisions Application/System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166420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16642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 / User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Initiates lifecycle events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377440" y="804672"/>
            <a:ext cx="166420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804672"/>
            <a:ext cx="16642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UAP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Admin console &amp; policy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0" y="804672"/>
            <a:ext cx="166420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804672"/>
            <a:ext cx="16642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CIA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(PingOne AIC)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Journey orchestration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0" y="804672"/>
            <a:ext cx="166420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804672"/>
            <a:ext cx="16642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EIP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Proxy — integration layer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412480" y="804672"/>
            <a:ext cx="166420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804672"/>
            <a:ext cx="16642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RCS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On-premises routing hub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424160" y="804672"/>
            <a:ext cx="166420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0" y="804672"/>
            <a:ext cx="16642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Application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Target provisioned system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97864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209544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221224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232904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244584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1256264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197864" y="1566737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243584" y="1338420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1. Create new user 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9544" y="1859345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255264" y="1621601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2. Call CIA onboarding journey API 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306824" y="2021673"/>
            <a:ext cx="182880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06824" y="2002819"/>
            <a:ext cx="182880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2626"/>
                </a:solidFill>
              </a:rPr>
              <a:t>3. Evaluate user  onboarding 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306824" y="2343128"/>
            <a:ext cx="182880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06824" y="2333702"/>
            <a:ext cx="1920240" cy="2288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2626"/>
                </a:solidFill>
              </a:rPr>
              <a:t>4. Determine default role set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221224" y="2927407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266944" y="2727371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5. CIA sends provisioning request to EIP 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232904" y="3126877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7278624" y="2926841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6. EIP forwards provisioning request to RCS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244584" y="3345201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9290304" y="3135738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7. RCS creates user account in Application/System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 flipH="1">
            <a:off x="9244584" y="3628948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9290304" y="3419485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8. Application/System returns provisioning confirmation to RCS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 flipH="1">
            <a:off x="7232904" y="3828418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7278624" y="3609528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9. RCS returns result to EIP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 flipH="1">
            <a:off x="5221224" y="4084450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5266944" y="3865560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10. EIP returns result to CIA — account created confirmed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306824" y="4312767"/>
            <a:ext cx="182880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06824" y="4331621"/>
            <a:ext cx="182880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2626"/>
                </a:solidFill>
              </a:rPr>
              <a:t>11. Assign default CIAM roles to user profile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 flipH="1">
            <a:off x="3209544" y="4841049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3255264" y="4631587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12. Return onboarding result — roles assigned, account active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 flipH="1">
            <a:off x="1197864" y="5219066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1243584" y="5009604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13. Display confirmation — user onboarded with default roles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65760" y="6376481"/>
            <a:ext cx="11457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Black solid → request/call  ·  Black dashed → response/return  ·  Red-tint box → system processing step  ·  EIP = Enterprise Integration Platform (proxy layer between CIA and RCS)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65760" y="6723953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B"/>
                </a:solidFill>
              </a:rPr>
              <a:t>KPMG  ·  MUFG  ·  Ping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11457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1322"/>
                </a:solidFill>
              </a:rPr>
              <a:t>Sequence Diagram — Profile Updates, Role Changes &amp; Entitlement Sync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93776"/>
            <a:ext cx="11457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Admin submits profile/role update  ·  CIA validates &amp; applies change  ·  EIP proxies sync to RCS  ·  LiveSync changelog propagates attribute changes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166420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16642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 / User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Initiates lifecycle events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377440" y="804672"/>
            <a:ext cx="166420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804672"/>
            <a:ext cx="16642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UAP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Admin console &amp; policy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0" y="804672"/>
            <a:ext cx="166420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804672"/>
            <a:ext cx="16642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CIA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(PingOne AIC)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Journey orchestration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0" y="804672"/>
            <a:ext cx="166420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804672"/>
            <a:ext cx="16642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EIP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Proxy — integration layer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412480" y="804672"/>
            <a:ext cx="166420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804672"/>
            <a:ext cx="16642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RCS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On-premises routing hub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424160" y="804672"/>
            <a:ext cx="166420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0" y="804672"/>
            <a:ext cx="16642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Application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Target provisioned system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97864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209544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221224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232904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244584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1256264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197864" y="1538456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243584" y="1319566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1. Submit profile update / role change request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9544" y="1784495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255264" y="1565605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2. Trigger role update journey 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306824" y="1956816"/>
            <a:ext cx="182880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06824" y="1909681"/>
            <a:ext cx="182880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2626"/>
                </a:solidFill>
              </a:rPr>
              <a:t>3. Validate admin entitlement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297398" y="2212849"/>
            <a:ext cx="1838226" cy="22869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06824" y="2170238"/>
            <a:ext cx="1920240" cy="29637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2626"/>
                </a:solidFill>
              </a:rPr>
              <a:t>4. Update role/profile in CIAM 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221224" y="2797127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266944" y="2559383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5. CIA sends role/entitlement update to EIP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232904" y="2958323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7278624" y="2720579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6. EIP forwards update to RCS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244584" y="3148366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9290304" y="2938903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7. RCS updates user entitlement in Application/System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 flipH="1">
            <a:off x="9244584" y="3347836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9290304" y="3119519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8. Application/System confirms entitlement updated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 flipH="1">
            <a:off x="7232904" y="3782412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7278624" y="3544668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9. RCS acknowledges sync complete to EIP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 flipH="1">
            <a:off x="5221224" y="4019027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5266944" y="3781283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10. EIP returns sync complete to CIA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197864" y="4293910"/>
            <a:ext cx="402336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1243584" y="4056166"/>
            <a:ext cx="393192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11. Attribute change detected — Live Sync (changelog event)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221224" y="4634788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5266944" y="4397044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12. CIA sends changelog-driven attribute update to EIP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242331" y="4909670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7288051" y="4671926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13. EIP forwards to RCS — propagate attribute change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244584" y="5231693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9290304" y="4993949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14. RCS updates user attribute in Application/System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 flipH="1">
            <a:off x="1197864" y="5450019"/>
            <a:ext cx="402336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1243584" y="5212275"/>
            <a:ext cx="393192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15. Confirm all changes synced — profile &amp; roles up to date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65760" y="6272784"/>
            <a:ext cx="11457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Black solid → request/call  ·  Black dashed → response/return  ·  Red-tint box → system processing step  ·  EIP = Enterprise Integration Platform (proxy layer between CIA and RCS)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65760" y="66202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B"/>
                </a:solidFill>
              </a:rPr>
              <a:t>KPMG  ·  MUFG  ·  Ping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11457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1322"/>
                </a:solidFill>
              </a:rPr>
              <a:t>Sequence Diagram — Inactive User Detection &amp; Account Purge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93776"/>
            <a:ext cx="11457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Scheduled reconciliation detects inactivity  ·  CIA locks &amp; flags user  ·  EIP proxies to RCS  ·  Configurable wait period then GDPR-compliant permanent purge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166420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16642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 / User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Notified of purge action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377440" y="804672"/>
            <a:ext cx="166420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804672"/>
            <a:ext cx="16642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UAP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Admin console &amp; policy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0" y="804672"/>
            <a:ext cx="166420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804672"/>
            <a:ext cx="16642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CIA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(PingOne AIC)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Inactivity &amp; purge engine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0" y="804672"/>
            <a:ext cx="166420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804672"/>
            <a:ext cx="16642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EIP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Proxy — integration layer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412480" y="804672"/>
            <a:ext cx="166420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804672"/>
            <a:ext cx="16642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RCS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On-premises routing hub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424160" y="804672"/>
            <a:ext cx="166420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0" y="804672"/>
            <a:ext cx="16642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Application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Target provisioned system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97864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209544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221224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232904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244584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1256264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 flipH="1">
            <a:off x="3209544" y="1463040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255264" y="1225296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1. Scheduled reconciliation engine fires (cron/interval) — inactivity check begins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215384" y="1607080"/>
            <a:ext cx="201168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15384" y="1597653"/>
            <a:ext cx="201168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2626"/>
                </a:solidFill>
              </a:rPr>
              <a:t>2. Check last-login timestamp vs. configurable inactivity threshold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15384" y="1920240"/>
            <a:ext cx="201168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06824" y="1920239"/>
            <a:ext cx="1920240" cy="31881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2626"/>
                </a:solidFill>
              </a:rPr>
              <a:t>3. Identify inactive users 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215384" y="2271107"/>
            <a:ext cx="2011678" cy="385750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74237" y="2238583"/>
            <a:ext cx="1920239" cy="31127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2626"/>
                </a:solidFill>
              </a:rPr>
              <a:t>4. Lock user account in CIAM 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221224" y="2884230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266944" y="2646486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5. CIA sends suspend instruction to EIP 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232904" y="3037135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7278624" y="2808818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6. EIP forwards suspend to RCS — suspend user in all applications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244584" y="3227744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9290304" y="3008855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7. RCS suspends / disables user account in Application/System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 flipH="1">
            <a:off x="9244584" y="3399499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9290304" y="3208890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8. Application/System confirms account suspended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243584" y="3589542"/>
            <a:ext cx="10012680" cy="256032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43584" y="3655531"/>
            <a:ext cx="10012680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B6B6B"/>
                </a:solidFill>
              </a:rPr>
              <a:t>[ Configurable wait period — e.g. 30 / 60 / 90 days — before permanent purge ]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215384" y="3892709"/>
            <a:ext cx="201168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15384" y="3911563"/>
            <a:ext cx="201168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2626"/>
                </a:solidFill>
              </a:rPr>
              <a:t>9. inactivate user record from CIAM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221224" y="4552963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5266944" y="4315219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10. CIA sends deprovision instruction to EIP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232904" y="4827848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7278624" y="4590104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11. EIP forwards deprovision to RCS — remove from ALL connected applications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 flipH="1">
            <a:off x="1197864" y="5206428"/>
            <a:ext cx="402336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1243584" y="4968684"/>
            <a:ext cx="393192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12. Notify admin — purge action logged &amp; full audit trail written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65760" y="6272784"/>
            <a:ext cx="11457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Black solid → request/call  ·  Black dashed → response/return  ·  Red-tint box → system processing step  ·  EIP = Enterprise Integration Platform (proxy layer between CIA and RCS)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65760" y="66202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B"/>
                </a:solidFill>
              </a:rPr>
              <a:t>KPMG  ·  MUFG  ·  Ping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11457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1322"/>
                </a:solidFill>
              </a:rPr>
              <a:t>Sequence Diagram — Offboarding &amp; Full Deprovisioning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93776"/>
            <a:ext cx="11457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Admin initiates offboarding  ·  CIA deactivates &amp; revokes all entitlements  ·  EIP proxies to RCS  ·  Soft delete only — no hard delete  ·  Full audit log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166420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16642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Admin / User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Initiates offboarding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377440" y="804672"/>
            <a:ext cx="166420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804672"/>
            <a:ext cx="16642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UAP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Admin console &amp; policy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0" y="804672"/>
            <a:ext cx="166420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804672"/>
            <a:ext cx="16642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CIA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(PingOne AIC)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Offboarding orchestration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0" y="804672"/>
            <a:ext cx="166420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804672"/>
            <a:ext cx="16642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EIP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Proxy — integration layer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412480" y="804672"/>
            <a:ext cx="166420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804672"/>
            <a:ext cx="16642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RCS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On-premises routing hub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424160" y="804672"/>
            <a:ext cx="1664208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0" y="804672"/>
            <a:ext cx="166420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Application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Target provisioned system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97864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209544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221224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232904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9244584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1256264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197864" y="1519602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243584" y="1310139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1. Initiate offboarding 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9544" y="1737360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255264" y="1499616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2. Trigger offboarding journey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306824" y="1853119"/>
            <a:ext cx="182880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06824" y="1862546"/>
            <a:ext cx="182880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2626"/>
                </a:solidFill>
              </a:rPr>
              <a:t>3. Validate admin authorisation for offboarding action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306824" y="2184567"/>
            <a:ext cx="1828800" cy="272056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15384" y="2128005"/>
            <a:ext cx="201168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2626"/>
                </a:solidFill>
              </a:rPr>
              <a:t>4. Deactivate user account in CIAM 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221224" y="2599160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266944" y="2417978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5. Revoke all entitlements — CIA sends deprovision to EIP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232904" y="2798064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7278624" y="2560320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6. EIP forwards deprovision instruction to RCS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244584" y="3054096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9290304" y="2816352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7. RCS removes / deactivates user in Application/System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 flipH="1">
            <a:off x="9244584" y="3310128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9290304" y="3072384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8. Application/System confirms user removed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 flipH="1">
            <a:off x="7232904" y="3566160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7278624" y="3328416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9. RCS confirms all apps deprovisioned to EIP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 flipH="1">
            <a:off x="5221224" y="3822192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5266944" y="3584448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10. EIP returns deprovisioning complete to CIA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215384" y="4041648"/>
            <a:ext cx="201168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15384" y="3994513"/>
            <a:ext cx="201168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2626"/>
                </a:solidFill>
              </a:rPr>
              <a:t>11. Revoke all CIAM roles, MFA tokens &amp; active sessions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215384" y="4297680"/>
            <a:ext cx="201168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15384" y="4363669"/>
            <a:ext cx="2011680" cy="2160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2626"/>
                </a:solidFill>
              </a:rPr>
              <a:t>12. Write audit log </a:t>
            </a:r>
            <a:r>
              <a:rPr lang="en-US" sz="850" dirty="0" err="1">
                <a:solidFill>
                  <a:srgbClr val="262626"/>
                </a:solidFill>
              </a:rPr>
              <a:t>ored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 flipH="1">
            <a:off x="3209544" y="4844814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3255264" y="4635353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13. Send offboarding complete status to UAP portal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 flipH="1">
            <a:off x="1197864" y="5185686"/>
            <a:ext cx="2011680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1243584" y="4966798"/>
            <a:ext cx="19202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14. Display offboarding confirmation — user fully deprovisioned (soft delete)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65760" y="6272784"/>
            <a:ext cx="11457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Black solid → request/call  ·  Black dashed → response/return  ·  Red-tint box → system processing step  ·  EIP = Enterprise Integration Platform (proxy layer between CIA and RCS)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65760" y="66202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B"/>
                </a:solidFill>
              </a:rPr>
              <a:t>KPMG  ·  MUFG  ·  Ping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11457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7A1322"/>
                </a:solidFill>
              </a:rPr>
              <a:t>Sequence Diagram — Entitlement Grant &amp; Propagation to Application/System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493776"/>
            <a:ext cx="11457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Approval already recorded  ·  CIA assigns entitlement  ·  EIP proxies propagation to RCS  ·  Time-bound: auto-revokes on expiry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29184" y="804672"/>
            <a:ext cx="1444752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" y="804672"/>
            <a:ext cx="144475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User / Admin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Receives confirmation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48256" y="804672"/>
            <a:ext cx="1444752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48256" y="804672"/>
            <a:ext cx="144475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UAP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Notification &amp; dashboard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67328" y="804672"/>
            <a:ext cx="1444752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67328" y="804672"/>
            <a:ext cx="144475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CIA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(PingOne AIC)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Grant &amp; lifecycle engine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0" y="804672"/>
            <a:ext cx="1444752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804672"/>
            <a:ext cx="144475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Approver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Reviewer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Approval already recorded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205472" y="804672"/>
            <a:ext cx="1444752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05472" y="804672"/>
            <a:ext cx="144475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EIP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Proxy — integration layer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924544" y="804672"/>
            <a:ext cx="1444752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24544" y="804672"/>
            <a:ext cx="144475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RCS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On-premises routing hub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643616" y="804672"/>
            <a:ext cx="1444752" cy="4572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43616" y="804672"/>
            <a:ext cx="1444752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Application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System</a:t>
            </a:r>
            <a:endParaRPr lang="en-US" sz="90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FFDDDD"/>
                </a:solidFill>
              </a:rPr>
              <a:t>Target provisioned system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51560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770632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489704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208776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927848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9646920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1365992" y="1298448"/>
            <a:ext cx="0" cy="4919472"/>
          </a:xfrm>
          <a:prstGeom prst="line">
            <a:avLst/>
          </a:prstGeom>
          <a:noFill/>
          <a:ln w="12700">
            <a:solidFill>
              <a:srgbClr val="9AA0A6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575304" y="1360475"/>
            <a:ext cx="182880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75304" y="1351048"/>
            <a:ext cx="182880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2626"/>
                </a:solidFill>
              </a:rPr>
              <a:t>1. APPROVED: CIA assigns entitlement to CIAM profile — role/attribute added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 flipH="1">
            <a:off x="2770632" y="1841623"/>
            <a:ext cx="1719072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2816352" y="1651014"/>
            <a:ext cx="162763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2. CIA notifies UAP — entitlement granted with effective date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 flipH="1">
            <a:off x="1051560" y="2088794"/>
            <a:ext cx="1719072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097280" y="1879331"/>
            <a:ext cx="162763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3. UAP notifies user — entitlement active, access provisioned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489704" y="2212848"/>
            <a:ext cx="3438144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535424" y="1975104"/>
            <a:ext cx="334670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4. CIA triggers EIP — propagate entitlement to all applications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927848" y="2468880"/>
            <a:ext cx="1719072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7973568" y="2231136"/>
            <a:ext cx="162763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5. EIP routes entitlement to RCS (REST/SCIM/SOAP)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646920" y="2706624"/>
            <a:ext cx="1719072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9692640" y="2468880"/>
            <a:ext cx="162763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dirty="0">
                <a:solidFill>
                  <a:srgbClr val="262626"/>
                </a:solidFill>
              </a:rPr>
              <a:t>6. RCS provisions entitlement in Application/System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 flipH="1">
            <a:off x="9646920" y="2962656"/>
            <a:ext cx="1719072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9692640" y="2724912"/>
            <a:ext cx="162763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7. Application/System confirms entitlement applied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 flipH="1">
            <a:off x="7927848" y="3218688"/>
            <a:ext cx="1719072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7973568" y="2980944"/>
            <a:ext cx="1627632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8. RCS confirms all apps provisioned to EIP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 flipH="1">
            <a:off x="4489704" y="3474720"/>
            <a:ext cx="3438144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4535424" y="3236976"/>
            <a:ext cx="334670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9. EIP returns provisioning complete to CIA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575304" y="3694176"/>
            <a:ext cx="1828800" cy="329184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75304" y="3694176"/>
            <a:ext cx="182880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62626"/>
                </a:solidFill>
              </a:rPr>
              <a:t>10. CIA updates entitlement record — status: ACTIVE, grant timestamp set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 flipH="1">
            <a:off x="1051560" y="4250740"/>
            <a:ext cx="3438144" cy="0"/>
          </a:xfrm>
          <a:prstGeom prst="line">
            <a:avLst/>
          </a:prstGeom>
          <a:noFill/>
          <a:ln w="12700">
            <a:solidFill>
              <a:srgbClr val="262626"/>
            </a:solidFill>
            <a:prstDash val="dash"/>
            <a:headEnd type="none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1097280" y="4031850"/>
            <a:ext cx="334670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B6B6B"/>
                </a:solidFill>
              </a:rPr>
              <a:t>11. REJECTED path: CIA notifies user via UAP with rejection reason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097280" y="4479057"/>
            <a:ext cx="10268712" cy="256032"/>
          </a:xfrm>
          <a:prstGeom prst="rect">
            <a:avLst/>
          </a:prstGeom>
          <a:solidFill>
            <a:srgbClr val="FBF1F2"/>
          </a:solidFill>
          <a:ln w="12700">
            <a:solidFill>
              <a:srgbClr val="E0B7B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97280" y="4469630"/>
            <a:ext cx="10268712" cy="2560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B6B6B"/>
                </a:solidFill>
              </a:rPr>
              <a:t>12. Audit log: request, approval, grant timestamp, entitlements assigned, apps provisioned — stored for compliance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65760" y="6272784"/>
            <a:ext cx="11457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6B6B"/>
                </a:solidFill>
              </a:rPr>
              <a:t>Black solid → request/call  ·  Black dashed → response/return  ·  Red-tint box → system processing step  ·  EIP = Enterprise Integration Platform (proxy layer between CIA and RCS)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65760" y="662025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6B6B"/>
                </a:solidFill>
              </a:rPr>
              <a:t>KPMG  ·  MUFG  ·  Ping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1178</Words>
  <Application>Microsoft Office PowerPoint</Application>
  <PresentationFormat>Widescreen</PresentationFormat>
  <Paragraphs>165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Nisheeth Bhardwaj</cp:lastModifiedBy>
  <cp:revision>7</cp:revision>
  <dcterms:created xsi:type="dcterms:W3CDTF">2026-08-31T11:57:08Z</dcterms:created>
  <dcterms:modified xsi:type="dcterms:W3CDTF">2026-08-31T13:04:01Z</dcterms:modified>
</cp:coreProperties>
</file>