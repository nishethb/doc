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P Integr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EIP Integration (OAuth + REST Translation)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EIP acts as single gateway for all integrations: OAuth auth  ·  API translation (SOAP/proprietary → REST)  ·  Request routing  ·  Error handling  ·  Target apps: LQC  ·  TBS  ·  Y48  ·  DTB  ·  SPY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261479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24347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597200" y="1360000"/>
            <a:ext cx="2334796" cy="24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72200" y="1704400"/>
            <a:ext cx="218479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UAP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72200" y="1970400"/>
            <a:ext cx="2184796" cy="182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User-initiated request entry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Selects target application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Initiates OIDC session to CIA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Displays result to user</a:t>
            </a:r>
          </a:p>
        </p:txBody>
      </p:sp>
      <p:sp>
        <p:nvSpPr>
          <p:cNvPr id="108" name="S108"/>
          <p:cNvSpPr/>
          <p:nvPr/>
        </p:nvSpPr>
        <p:spPr>
          <a:xfrm>
            <a:off x="597200" y="4050000"/>
            <a:ext cx="2334796" cy="24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9" name="T109"/>
          <p:cNvSpPr/>
          <p:nvPr/>
        </p:nvSpPr>
        <p:spPr>
          <a:xfrm>
            <a:off x="672200" y="4394400"/>
            <a:ext cx="218479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CIA
(PingOne AIC)</a:t>
            </a:r>
          </a:p>
        </p:txBody>
      </p:sp>
      <p:sp>
        <p:nvSpPr>
          <p:cNvPr id="110" name="ML110"/>
          <p:cNvSpPr/>
          <p:nvPr/>
        </p:nvSpPr>
        <p:spPr>
          <a:xfrm>
            <a:off x="672200" y="4660400"/>
            <a:ext cx="2184796" cy="182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Journey orchestration engine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Authenticates user session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Routes request via EIP gateway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Handles response to UAP</a:t>
            </a:r>
          </a:p>
        </p:txBody>
      </p:sp>
      <p:sp>
        <p:nvSpPr>
          <p:cNvPr id="111" name="S111"/>
          <p:cNvSpPr/>
          <p:nvPr/>
        </p:nvSpPr>
        <p:spPr>
          <a:xfrm>
            <a:off x="1764598" y="3830000"/>
            <a:ext cx="0" cy="21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2" name="T112"/>
          <p:cNvSpPr/>
          <p:nvPr/>
        </p:nvSpPr>
        <p:spPr>
          <a:xfrm>
            <a:off x="1814598" y="3850000"/>
            <a:ext cx="1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OIDC session</a:t>
            </a:r>
          </a:p>
        </p:txBody>
      </p:sp>
      <p:sp>
        <p:nvSpPr>
          <p:cNvPr id="113" name="S113"/>
          <p:cNvSpPr/>
          <p:nvPr/>
        </p:nvSpPr>
        <p:spPr>
          <a:xfrm>
            <a:off x="2941996" y="5225000"/>
            <a:ext cx="44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4" name="T114"/>
          <p:cNvSpPr/>
          <p:nvPr/>
        </p:nvSpPr>
        <p:spPr>
          <a:xfrm>
            <a:off x="2893436" y="50350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Route via EIP gateway</a:t>
            </a:r>
          </a:p>
        </p:txBody>
      </p:sp>
      <p:sp>
        <p:nvSpPr>
          <p:cNvPr id="115" name="S115"/>
          <p:cNvSpPr/>
          <p:nvPr/>
        </p:nvSpPr>
        <p:spPr>
          <a:xfrm>
            <a:off x="2941996" y="5335000"/>
            <a:ext cx="44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16" name="T116"/>
          <p:cNvSpPr/>
          <p:nvPr/>
        </p:nvSpPr>
        <p:spPr>
          <a:xfrm>
            <a:off x="2893436" y="53600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17" name="S117"/>
          <p:cNvSpPr/>
          <p:nvPr/>
        </p:nvSpPr>
        <p:spPr>
          <a:xfrm>
            <a:off x="3254876" y="1060000"/>
            <a:ext cx="3637977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18" name="T118"/>
          <p:cNvSpPr/>
          <p:nvPr/>
        </p:nvSpPr>
        <p:spPr>
          <a:xfrm>
            <a:off x="3354876" y="1110000"/>
            <a:ext cx="3457977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EIP Gateway</a:t>
            </a:r>
          </a:p>
        </p:txBody>
      </p:sp>
      <p:sp>
        <p:nvSpPr>
          <p:cNvPr id="119" name="S119"/>
          <p:cNvSpPr/>
          <p:nvPr/>
        </p:nvSpPr>
        <p:spPr>
          <a:xfrm>
            <a:off x="3394876" y="1360000"/>
            <a:ext cx="3357977" cy="12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3469876" y="1528700"/>
            <a:ext cx="3207977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OAuth Authentication</a:t>
            </a:r>
          </a:p>
        </p:txBody>
      </p:sp>
      <p:sp>
        <p:nvSpPr>
          <p:cNvPr id="121" name="ML121"/>
          <p:cNvSpPr/>
          <p:nvPr/>
        </p:nvSpPr>
        <p:spPr>
          <a:xfrm>
            <a:off x="3469876" y="1794700"/>
            <a:ext cx="3207977" cy="7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Acquires access token from auth server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Validates token before each request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Token scoped per target system</a:t>
            </a:r>
          </a:p>
        </p:txBody>
      </p:sp>
      <p:sp>
        <p:nvSpPr>
          <p:cNvPr id="122" name="S122"/>
          <p:cNvSpPr/>
          <p:nvPr/>
        </p:nvSpPr>
        <p:spPr>
          <a:xfrm>
            <a:off x="3394876" y="2675000"/>
            <a:ext cx="3357977" cy="12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3469876" y="2843700"/>
            <a:ext cx="3207977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API Translation</a:t>
            </a:r>
          </a:p>
        </p:txBody>
      </p:sp>
      <p:sp>
        <p:nvSpPr>
          <p:cNvPr id="124" name="ML124"/>
          <p:cNvSpPr/>
          <p:nvPr/>
        </p:nvSpPr>
        <p:spPr>
          <a:xfrm>
            <a:off x="3469876" y="3109700"/>
            <a:ext cx="3207977" cy="7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SOAP → REST conversion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Proprietary format → standard REST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Schema mapping &amp; transformation</a:t>
            </a:r>
          </a:p>
        </p:txBody>
      </p:sp>
      <p:sp>
        <p:nvSpPr>
          <p:cNvPr id="125" name="S125"/>
          <p:cNvSpPr/>
          <p:nvPr/>
        </p:nvSpPr>
        <p:spPr>
          <a:xfrm>
            <a:off x="3394876" y="3990000"/>
            <a:ext cx="3357977" cy="12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6" name="T126"/>
          <p:cNvSpPr/>
          <p:nvPr/>
        </p:nvSpPr>
        <p:spPr>
          <a:xfrm>
            <a:off x="3469876" y="4158700"/>
            <a:ext cx="3207977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Request Routing</a:t>
            </a:r>
          </a:p>
        </p:txBody>
      </p:sp>
      <p:sp>
        <p:nvSpPr>
          <p:cNvPr id="127" name="ML127"/>
          <p:cNvSpPr/>
          <p:nvPr/>
        </p:nvSpPr>
        <p:spPr>
          <a:xfrm>
            <a:off x="3469876" y="4424700"/>
            <a:ext cx="3207977" cy="7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Identifies correct target system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Routes based on request context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LQC / TBS / Y48 / DTB / SPY</a:t>
            </a:r>
          </a:p>
        </p:txBody>
      </p:sp>
      <p:sp>
        <p:nvSpPr>
          <p:cNvPr id="128" name="S128"/>
          <p:cNvSpPr/>
          <p:nvPr/>
        </p:nvSpPr>
        <p:spPr>
          <a:xfrm>
            <a:off x="3394876" y="5305000"/>
            <a:ext cx="3357977" cy="12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9" name="T129"/>
          <p:cNvSpPr/>
          <p:nvPr/>
        </p:nvSpPr>
        <p:spPr>
          <a:xfrm>
            <a:off x="3469876" y="5473700"/>
            <a:ext cx="3207977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Error Handling</a:t>
            </a:r>
          </a:p>
        </p:txBody>
      </p:sp>
      <p:sp>
        <p:nvSpPr>
          <p:cNvPr id="130" name="ML130"/>
          <p:cNvSpPr/>
          <p:nvPr/>
        </p:nvSpPr>
        <p:spPr>
          <a:xfrm>
            <a:off x="3469876" y="5739700"/>
            <a:ext cx="3207977" cy="7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Catches target system failures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Returns structured error to caller</a:t>
            </a:r>
          </a:p>
          <a:p>
            <a:pPr algn="ctr" indent="0" marL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Retry logic for transient errors</a:t>
            </a:r>
          </a:p>
        </p:txBody>
      </p:sp>
      <p:sp>
        <p:nvSpPr>
          <p:cNvPr id="131" name="S131"/>
          <p:cNvSpPr/>
          <p:nvPr/>
        </p:nvSpPr>
        <p:spPr>
          <a:xfrm>
            <a:off x="7075733" y="1060000"/>
            <a:ext cx="4750147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32" name="T132"/>
          <p:cNvSpPr/>
          <p:nvPr/>
        </p:nvSpPr>
        <p:spPr>
          <a:xfrm>
            <a:off x="7175733" y="1110000"/>
            <a:ext cx="4570147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Target Systems</a:t>
            </a:r>
          </a:p>
        </p:txBody>
      </p:sp>
      <p:sp>
        <p:nvSpPr>
          <p:cNvPr id="133" name="S133"/>
          <p:cNvSpPr/>
          <p:nvPr/>
        </p:nvSpPr>
        <p:spPr>
          <a:xfrm>
            <a:off x="7185733" y="1360000"/>
            <a:ext cx="4530147" cy="94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4" name="T134"/>
          <p:cNvSpPr/>
          <p:nvPr/>
        </p:nvSpPr>
        <p:spPr>
          <a:xfrm>
            <a:off x="7260733" y="1595500"/>
            <a:ext cx="4380147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LQC</a:t>
            </a:r>
          </a:p>
        </p:txBody>
      </p:sp>
      <p:sp>
        <p:nvSpPr>
          <p:cNvPr id="135" name="T135"/>
          <p:cNvSpPr/>
          <p:nvPr/>
        </p:nvSpPr>
        <p:spPr>
          <a:xfrm>
            <a:off x="7260733" y="1925200"/>
            <a:ext cx="4380147" cy="3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136" name="S136"/>
          <p:cNvSpPr/>
          <p:nvPr/>
        </p:nvSpPr>
        <p:spPr>
          <a:xfrm>
            <a:off x="7185733" y="2412000"/>
            <a:ext cx="4530147" cy="94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7" name="T137"/>
          <p:cNvSpPr/>
          <p:nvPr/>
        </p:nvSpPr>
        <p:spPr>
          <a:xfrm>
            <a:off x="7260733" y="2647500"/>
            <a:ext cx="4380147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TBS</a:t>
            </a:r>
          </a:p>
        </p:txBody>
      </p:sp>
      <p:sp>
        <p:nvSpPr>
          <p:cNvPr id="138" name="T138"/>
          <p:cNvSpPr/>
          <p:nvPr/>
        </p:nvSpPr>
        <p:spPr>
          <a:xfrm>
            <a:off x="7260733" y="2977200"/>
            <a:ext cx="4380147" cy="3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139" name="S139"/>
          <p:cNvSpPr/>
          <p:nvPr/>
        </p:nvSpPr>
        <p:spPr>
          <a:xfrm>
            <a:off x="7185733" y="3464000"/>
            <a:ext cx="4530147" cy="94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0" name="T140"/>
          <p:cNvSpPr/>
          <p:nvPr/>
        </p:nvSpPr>
        <p:spPr>
          <a:xfrm>
            <a:off x="7260733" y="3699500"/>
            <a:ext cx="4380147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Y48</a:t>
            </a:r>
          </a:p>
        </p:txBody>
      </p:sp>
      <p:sp>
        <p:nvSpPr>
          <p:cNvPr id="141" name="T141"/>
          <p:cNvSpPr/>
          <p:nvPr/>
        </p:nvSpPr>
        <p:spPr>
          <a:xfrm>
            <a:off x="7260733" y="4029200"/>
            <a:ext cx="4380147" cy="3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File / MQ feed</a:t>
            </a:r>
          </a:p>
        </p:txBody>
      </p:sp>
      <p:sp>
        <p:nvSpPr>
          <p:cNvPr id="142" name="S142"/>
          <p:cNvSpPr/>
          <p:nvPr/>
        </p:nvSpPr>
        <p:spPr>
          <a:xfrm>
            <a:off x="7185733" y="4516000"/>
            <a:ext cx="4530147" cy="94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3" name="T143"/>
          <p:cNvSpPr/>
          <p:nvPr/>
        </p:nvSpPr>
        <p:spPr>
          <a:xfrm>
            <a:off x="7260733" y="4751500"/>
            <a:ext cx="4380147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DTB</a:t>
            </a:r>
          </a:p>
        </p:txBody>
      </p:sp>
      <p:sp>
        <p:nvSpPr>
          <p:cNvPr id="144" name="T144"/>
          <p:cNvSpPr/>
          <p:nvPr/>
        </p:nvSpPr>
        <p:spPr>
          <a:xfrm>
            <a:off x="7260733" y="5081200"/>
            <a:ext cx="4380147" cy="3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REST / SAML SP</a:t>
            </a:r>
          </a:p>
        </p:txBody>
      </p:sp>
      <p:sp>
        <p:nvSpPr>
          <p:cNvPr id="145" name="S145"/>
          <p:cNvSpPr/>
          <p:nvPr/>
        </p:nvSpPr>
        <p:spPr>
          <a:xfrm>
            <a:off x="7185733" y="5568000"/>
            <a:ext cx="4530147" cy="94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6" name="T146"/>
          <p:cNvSpPr/>
          <p:nvPr/>
        </p:nvSpPr>
        <p:spPr>
          <a:xfrm>
            <a:off x="7260733" y="5803500"/>
            <a:ext cx="4380147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SPY</a:t>
            </a:r>
          </a:p>
        </p:txBody>
      </p:sp>
      <p:sp>
        <p:nvSpPr>
          <p:cNvPr id="147" name="T147"/>
          <p:cNvSpPr/>
          <p:nvPr/>
        </p:nvSpPr>
        <p:spPr>
          <a:xfrm>
            <a:off x="7260733" y="6133200"/>
            <a:ext cx="4380147" cy="3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Vendor REST API</a:t>
            </a:r>
          </a:p>
        </p:txBody>
      </p:sp>
      <p:sp>
        <p:nvSpPr>
          <p:cNvPr id="148" name="D148"/>
          <p:cNvSpPr/>
          <p:nvPr/>
        </p:nvSpPr>
        <p:spPr>
          <a:xfrm flipV="1">
            <a:off x="6902853" y="1831000"/>
            <a:ext cx="272880" cy="2104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9" name="D149"/>
          <p:cNvSpPr/>
          <p:nvPr/>
        </p:nvSpPr>
        <p:spPr>
          <a:xfrm flipV="1">
            <a:off x="6902853" y="2883000"/>
            <a:ext cx="272880" cy="1052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0" name="D150"/>
          <p:cNvSpPr/>
          <p:nvPr/>
        </p:nvSpPr>
        <p:spPr>
          <a:xfrm>
            <a:off x="6902853" y="39350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1" name="D151"/>
          <p:cNvSpPr/>
          <p:nvPr/>
        </p:nvSpPr>
        <p:spPr>
          <a:xfrm>
            <a:off x="6902853" y="3935000"/>
            <a:ext cx="272880" cy="1052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2" name="D152"/>
          <p:cNvSpPr/>
          <p:nvPr/>
        </p:nvSpPr>
        <p:spPr>
          <a:xfrm>
            <a:off x="6902853" y="3935000"/>
            <a:ext cx="272880" cy="2104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3" name="T153"/>
          <p:cNvSpPr/>
          <p:nvPr/>
        </p:nvSpPr>
        <p:spPr>
          <a:xfrm>
            <a:off x="6912853" y="3845000"/>
            <a:ext cx="1428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REST / SOAP / MQ call</a:t>
            </a:r>
          </a:p>
        </p:txBody>
      </p:sp>
      <p:sp>
        <p:nvSpPr>
          <p:cNvPr id="154" name="T154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component = black border  ·  External system = grey fill  ·  Black arrow = request/call  ·  EIP acts as single gateway for all 5 target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