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36576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DTB Mobile Authentication &amp; Token Issuance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84048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App Launch · Ping SDK Init · AIC Authentication Journey · OAuth 2.0 PKCE Token Flow · Banking Navigation  (Steps 1–13)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46304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" y="5669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 Mobile 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(CMCCore)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41648" y="566928"/>
            <a:ext cx="173736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41648" y="5669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SDK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0176" y="566928"/>
            <a:ext cx="192024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80176" y="5669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1584" y="566928"/>
            <a:ext cx="3931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01584" y="5669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834640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910328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940296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067544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96112" y="1591056"/>
            <a:ext cx="183794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2734056" y="155448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1444752"/>
            <a:ext cx="1865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launches DTB Mobile App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834640" y="1993392"/>
            <a:ext cx="197510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4809744" y="195681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80360" y="1847088"/>
            <a:ext cx="20025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Invoke Ping SDK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10328" y="2395728"/>
            <a:ext cx="192938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6839712" y="235915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56048" y="2249424"/>
            <a:ext cx="19568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AIC Authentication Journey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300216" y="2194560"/>
            <a:ext cx="128016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0216" y="219456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initiated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896112" y="2798064"/>
            <a:ext cx="5943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6839712" y="276148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1832" y="2651760"/>
            <a:ext cx="597103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Enter credentials / RSA passcode / biometric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300216" y="2999232"/>
            <a:ext cx="128016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0216" y="29992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authentication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010912" y="3200400"/>
            <a:ext cx="192938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rot="16200000">
            <a:off x="4910328" y="316382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6048" y="3218688"/>
            <a:ext cx="19568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Auth validated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08776" y="3401568"/>
            <a:ext cx="146304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08776" y="34015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authenticated user session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010912" y="3602736"/>
            <a:ext cx="192938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rot="16200000">
            <a:off x="4910328" y="356616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56048" y="3621024"/>
            <a:ext cx="19568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Session established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834640" y="4005072"/>
            <a:ext cx="400507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6839712" y="396849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880360" y="3858768"/>
            <a:ext cx="40325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Initiate OAuth 2.0 Auth Code Flow + PKCE  [via Ping SDK]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254496" y="4206240"/>
            <a:ext cx="137160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54496" y="42062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Authorization Code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35224" y="4407408"/>
            <a:ext cx="400507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rot="16200000">
            <a:off x="2834640" y="437083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80360" y="4425696"/>
            <a:ext cx="40325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Authorization Code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834640" y="4809744"/>
            <a:ext cx="400507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6839712" y="477316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880360" y="4663440"/>
            <a:ext cx="40325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Exchange Auth Code for Tokens  [code + PKCE verifier]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345936" y="5010912"/>
            <a:ext cx="118872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45936" y="501091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tokens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2935224" y="5212080"/>
            <a:ext cx="400507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 rot="16200000">
            <a:off x="2834640" y="517550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80360" y="5230368"/>
            <a:ext cx="40325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Access Token · ID Token · Refresh Token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148840" y="5413248"/>
            <a:ext cx="137160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148840" y="54132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tokens securely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96112" y="6016752"/>
            <a:ext cx="183794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2734056" y="598017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1832" y="5870448"/>
            <a:ext cx="1865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Select DTB banking functionality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834640" y="6419088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9966960" y="638251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880360" y="6272784"/>
            <a:ext cx="71597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Initiate DTB access request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182880" y="6601968"/>
            <a:ext cx="1182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36576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DTB Mobile SAML SSO &amp; Banking API Access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84048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SAML SP-Initiated Flow · AIC Session Detection · SAML Assertion · DTB Session · User Context · Business APIs  (Steps 14–24)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46304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" y="5669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 Mobile 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(CMCCore)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41648" y="566928"/>
            <a:ext cx="173736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41648" y="5669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SDK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0176" y="566928"/>
            <a:ext cx="192024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80176" y="5669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1584" y="566928"/>
            <a:ext cx="3931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01584" y="5669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834640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910328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940296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067544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040880" y="1591056"/>
            <a:ext cx="302666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6200000">
            <a:off x="6940296" y="155448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86016" y="1444752"/>
            <a:ext cx="305409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Redirect auth request to Ping AIC  [SAML SP-Initiated Flow]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63056" y="1828800"/>
            <a:ext cx="155448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63056" y="18288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existing authenticated session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300216" y="2267712"/>
            <a:ext cx="128016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0216" y="226771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SAML Assertion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940296" y="2468880"/>
            <a:ext cx="302666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rot="5400000">
            <a:off x="9966960" y="243230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86016" y="2487168"/>
            <a:ext cx="305409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SAML Assertion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381744" y="2706624"/>
            <a:ext cx="137160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81744" y="270662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SAML Assertion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336024" y="3145536"/>
            <a:ext cx="146304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36024" y="314553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DTB application session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935224" y="3785616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rot="16200000">
            <a:off x="2834640" y="374904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80360" y="3803904"/>
            <a:ext cx="71597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DTB session cookie / token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834640" y="4224528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9966960" y="418795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80360" y="4078224"/>
            <a:ext cx="71597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Call DTB User Context API  [with DTB session]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244584" y="4462272"/>
            <a:ext cx="1645920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44584" y="44622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user context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935224" y="4663440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rot="16200000">
            <a:off x="2834640" y="46268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80360" y="4681728"/>
            <a:ext cx="71597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User Profile · Company Info · DTB Entitlements · DTB User Token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834640" y="5102352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5400000">
            <a:off x="9966960" y="506577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80360" y="4956048"/>
            <a:ext cx="71597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Call DTB business APIs  [DTB session token]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189720" y="5340096"/>
            <a:ext cx="1755648" cy="164592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89720" y="5340096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account / payment / transaction data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935224" y="5541264"/>
            <a:ext cx="71323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rot="16200000">
            <a:off x="2834640" y="550468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80360" y="5559552"/>
            <a:ext cx="71597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Account · Payment · Transaction information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96696" y="5980176"/>
            <a:ext cx="183794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rot="16200000">
            <a:off x="896112" y="594360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1832" y="5998464"/>
            <a:ext cx="1865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Display banking data to user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182880" y="6601968"/>
            <a:ext cx="1182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2026-09-24T15:49:46Z</dcterms:created>
  <dcterms:modified xsi:type="dcterms:W3CDTF">2026-09-24T15:49:46Z</dcterms:modified>
</cp:coreProperties>
</file>