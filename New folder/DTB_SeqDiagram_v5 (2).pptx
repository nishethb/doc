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81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36576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— DTB Mobile Authentication &amp; Token Issuance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84048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Covers: App Launch · Ping SDK Init · AIC Authentication Journey · OAuth 2.0 PKCE Token Flow · Banking Navigation  (Steps 1–13)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901952" y="566928"/>
            <a:ext cx="4206240" cy="5998464"/>
          </a:xfrm>
          <a:prstGeom prst="rect">
            <a:avLst/>
          </a:prstGeom>
          <a:solidFill>
            <a:srgbClr val="F5F5F5"/>
          </a:solidFill>
          <a:ln w="15240">
            <a:solidFill>
              <a:srgbClr val="88888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CMC Mobile App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SDK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AIC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75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992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1023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20547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000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87552" y="1463040"/>
            <a:ext cx="1911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2898648" y="1426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33272" y="1316736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launches DTB Mobile App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99232" y="1883664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5001768" y="184708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44952" y="1737360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Invoke Ping SDK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02352" y="2304288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7104888" y="226771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48072" y="2157984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Start AIC Auth Journey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65392" y="2011680"/>
            <a:ext cx="128016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65392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initiated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87552" y="2724912"/>
            <a:ext cx="61173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5400000">
            <a:off x="7104888" y="268833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3272" y="2578608"/>
            <a:ext cx="61447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Enter credentials / RSA passcode / biometric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65392" y="2852928"/>
            <a:ext cx="128016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65392" y="2852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authentication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02936" y="3145536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 rot="16200000">
            <a:off x="5102352" y="310896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148072" y="3163824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Auth validated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73952" y="3273552"/>
            <a:ext cx="146304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73952" y="3273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authenticated user session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202936" y="3566160"/>
            <a:ext cx="200253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rot="16200000">
            <a:off x="5102352" y="352958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48072" y="3584448"/>
            <a:ext cx="202996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Session established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999232" y="3986784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400000">
            <a:off x="7104888" y="395020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044952" y="3840480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Initiate OAuth 2.0 Auth Code Flow + PKCE  [via Ping SDK]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519672" y="4114800"/>
            <a:ext cx="137160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19672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Authorization Code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099816" y="4407408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rot="16200000">
            <a:off x="2999232" y="437083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044952" y="4425696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Authorization Code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999232" y="4828032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5400000">
            <a:off x="7104888" y="4791456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044952" y="4681728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Exchange Auth Code for Tokens  [code + PKCE verifier]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11112" y="4956048"/>
            <a:ext cx="118872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11112" y="49560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tokens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099816" y="5248656"/>
            <a:ext cx="410565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 rot="16200000">
            <a:off x="2999232" y="5212080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044952" y="5266944"/>
            <a:ext cx="413308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Access Token · ID Token · Refresh Token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313432" y="5376672"/>
            <a:ext cx="137160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2313432" y="5376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tokens securely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987552" y="6089904"/>
            <a:ext cx="1911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400000">
            <a:off x="2898648" y="6053328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3272" y="5943600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Select DTB banking functionality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999232" y="6510528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400000">
            <a:off x="9299448" y="6473952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3044952" y="6364224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Initiate DTB access request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182880" y="6601968"/>
            <a:ext cx="1182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solid → request / call   ·   Black dashed → response / return   ·   Red-tint box → processing step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36576"/>
            <a:ext cx="11548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— DTB Mobile SAML SSO &amp; Banking API Access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384048"/>
            <a:ext cx="11548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Covers: SAML SP-Initiated Flow · AIC Session Detection · SAML Assertion · DTB Session · User Context · Business APIs  (Steps 14–24)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901952" y="566928"/>
            <a:ext cx="4206240" cy="5998464"/>
          </a:xfrm>
          <a:prstGeom prst="rect">
            <a:avLst/>
          </a:prstGeom>
          <a:solidFill>
            <a:srgbClr val="F5F5F5"/>
          </a:solidFill>
          <a:ln w="15240">
            <a:solidFill>
              <a:srgbClr val="888888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4592" y="56692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933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CMC Mobile App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187952" y="5669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SDK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9963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 AIC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5669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875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9992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10235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20547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400032" y="1042416"/>
            <a:ext cx="0" cy="5522976"/>
          </a:xfrm>
          <a:prstGeom prst="line">
            <a:avLst/>
          </a:prstGeom>
          <a:noFill/>
          <a:ln w="9525">
            <a:solidFill>
              <a:srgbClr val="C8C8C8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306056" y="1463040"/>
            <a:ext cx="209397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6200000">
            <a:off x="7205472" y="1426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51192" y="1316736"/>
            <a:ext cx="21214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Redirect auth request to Ping AIC  [SAML SP-Initiated Flow]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28232" y="1627632"/>
            <a:ext cx="155448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28232" y="16276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existing authenticated session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65392" y="2084832"/>
            <a:ext cx="128016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20848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SAML Assertion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205472" y="2377440"/>
            <a:ext cx="209397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rot="5400000">
            <a:off x="9299448" y="23408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51192" y="2395728"/>
            <a:ext cx="212140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SAML Assertion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14232" y="2542032"/>
            <a:ext cx="137160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14232" y="2542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SAML Assertion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668512" y="2999232"/>
            <a:ext cx="146304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68512" y="2999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DTB application session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99816" y="37490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 rot="16200000">
            <a:off x="2999232" y="3712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044952" y="3767328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DTB session cookie / token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99232" y="42062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5400000">
            <a:off x="9299448" y="41696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044952" y="4059936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Call DTB User Context API  [with DTB session]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77072" y="4370832"/>
            <a:ext cx="1645920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577072" y="4370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user context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099816" y="46634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rot="16200000">
            <a:off x="2999232" y="46268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044952" y="4681728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User Profile · Company Info · DTB Entitlements · DTB User Token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99232" y="51206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5400000">
            <a:off x="9299448" y="50840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044952" y="4974336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Call DTB business APIs  [DTB session token]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22208" y="5285232"/>
            <a:ext cx="1755648" cy="274320"/>
          </a:xfrm>
          <a:prstGeom prst="rect">
            <a:avLst/>
          </a:prstGeom>
          <a:solidFill>
            <a:srgbClr val="F9ECEE"/>
          </a:solidFill>
          <a:ln w="9525">
            <a:solidFill>
              <a:srgbClr val="D4A0A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22208" y="528523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A1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account / payment / transaction data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099816" y="5577840"/>
            <a:ext cx="630021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rot="16200000">
            <a:off x="2999232" y="55412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044952" y="5596128"/>
            <a:ext cx="632764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Account · Payment · Transaction information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088136" y="6035040"/>
            <a:ext cx="1911096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 rot="16200000">
            <a:off x="987552" y="5998464"/>
            <a:ext cx="100584" cy="73152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33272" y="6053328"/>
            <a:ext cx="19385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Display banking data to user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82880" y="6601968"/>
            <a:ext cx="11823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solid → request / call   ·   Black dashed → response / return   ·   Red-tint box → processing step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Office PowerPoint</Application>
  <PresentationFormat>Widescreen</PresentationFormat>
  <Paragraphs>50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Nisheeth Bhardwaj</cp:lastModifiedBy>
  <cp:revision>3</cp:revision>
  <dcterms:created xsi:type="dcterms:W3CDTF">2026-09-24T17:42:20Z</dcterms:created>
  <dcterms:modified xsi:type="dcterms:W3CDTF">2026-09-24T17:44:40Z</dcterms:modified>
</cp:coreProperties>
</file>