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5673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11640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A1322"/>
                </a:solidFill>
              </a:rPr>
              <a:t>Sequence Diagram — User Lifecycle Management  (Part 1 of 2)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1164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Phase 1: Onboarding &amp; Default Role Assignment  ·  Phase 2: Profile Updates, Role Changes &amp; Entitlement Sync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93392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Initiates lifecycle events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71016" y="1481328"/>
            <a:ext cx="0" cy="5084064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15768" y="914400"/>
            <a:ext cx="1993392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5768" y="9144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UAP / 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Portal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Admin console &amp; policy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12464" y="1481328"/>
            <a:ext cx="0" cy="5084064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57216" y="914400"/>
            <a:ext cx="1993392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9144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(PingOne AIC)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Journey orchestration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53912" y="1481328"/>
            <a:ext cx="0" cy="5084064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598664" y="914400"/>
            <a:ext cx="1993392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98664" y="9144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(Connector)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On-premises routing hub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0" y="1481328"/>
            <a:ext cx="0" cy="5084064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040112" y="914400"/>
            <a:ext cx="1993392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40112" y="9144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Connected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Target provisioned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036808" y="1481328"/>
            <a:ext cx="0" cy="5084064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88036" y="1619290"/>
            <a:ext cx="11731752" cy="2130552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6093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6192E"/>
                </a:solidFill>
              </a:rPr>
              <a:t>▶  Phase 1: Onboarding &amp; Default Role Assignment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71316" y="1810512"/>
            <a:ext cx="82296" cy="1645920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12764" y="1993392"/>
            <a:ext cx="82296" cy="1280160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54212" y="2359152"/>
            <a:ext cx="82296" cy="731520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95660" y="2542032"/>
            <a:ext cx="82296" cy="365760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2162" y="1973601"/>
            <a:ext cx="24414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534972" y="1836812"/>
            <a:ext cx="2131772" cy="1273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1. Create new user (name, profile, role type, language group)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712464" y="2090492"/>
            <a:ext cx="24414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852454" y="1917039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2. Call CIA onboarding journey API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63640" y="192024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3. Evaluate onboarding policy for user type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263640" y="210312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4. Determine default role set (e.g. MBC basic access)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153912" y="2450592"/>
            <a:ext cx="24414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199632" y="226771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5. Request provisioning to connected applications via RCS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595360" y="2633472"/>
            <a:ext cx="2441448" cy="0"/>
          </a:xfrm>
          <a:prstGeom prst="line">
            <a:avLst/>
          </a:prstGeom>
          <a:noFill/>
          <a:ln w="12700">
            <a:solidFill>
              <a:srgbClr val="7A1322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641080" y="245059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6. Create user account in connected application (REST / SCIM / SOAP)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 flipH="1">
            <a:off x="8595360" y="2816352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641080" y="263347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7. Return provisioning confirmation to RCS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 flipH="1">
            <a:off x="6153912" y="2961524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218486" y="2769217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8. Confirm account created in target system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63640" y="2932677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6B6B6B"/>
                </a:solidFill>
              </a:rPr>
              <a:t>9. Assign default CIAM roles to user profile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 flipH="1">
            <a:off x="3712464" y="3261295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3758184" y="3097269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10. Return onboarding result — roles assigned, account active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 flipH="1">
            <a:off x="1252162" y="3444175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1316736" y="327072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11. Display confirmation — user onboarded with default roles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28600" y="3767328"/>
            <a:ext cx="11731752" cy="2862072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613" y="3766193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62626"/>
                </a:solidFill>
              </a:rPr>
              <a:t>▶  Phase 2: Profile Updates, Role Changes &amp; Entitlement Sync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71316" y="3822192"/>
            <a:ext cx="82296" cy="2414016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12764" y="4023360"/>
            <a:ext cx="82296" cy="2212848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54212" y="4572000"/>
            <a:ext cx="82296" cy="731520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995660" y="4754880"/>
            <a:ext cx="82296" cy="365760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71016" y="4092740"/>
            <a:ext cx="2441448" cy="0"/>
          </a:xfrm>
          <a:prstGeom prst="line">
            <a:avLst/>
          </a:prstGeom>
          <a:noFill/>
          <a:ln w="12700">
            <a:solidFill>
              <a:srgbClr val="2D5FA5"/>
            </a:solidFill>
            <a:prstDash val="solid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1363871" y="3900433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12. Submit profile update / role change request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712464" y="4284485"/>
            <a:ext cx="2441448" cy="0"/>
          </a:xfrm>
          <a:prstGeom prst="line">
            <a:avLst/>
          </a:prstGeom>
          <a:noFill/>
          <a:ln w="12700">
            <a:solidFill>
              <a:srgbClr val="2D5FA5"/>
            </a:solidFill>
            <a:prstDash val="solid"/>
            <a:headEnd type="none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3805319" y="412988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13. Trigger role update journey (OIDC — admin entitlement validated)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263640" y="4133088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262626"/>
                </a:solidFill>
              </a:rPr>
              <a:t>14. Validate admin entitlement &amp; authorise change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263640" y="4315968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262626"/>
                </a:solidFill>
              </a:rPr>
              <a:t>15. Update role/profile in CIAM — apply to user record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153912" y="4663440"/>
            <a:ext cx="2441448" cy="0"/>
          </a:xfrm>
          <a:prstGeom prst="line">
            <a:avLst/>
          </a:prstGeom>
          <a:noFill/>
          <a:ln w="12700">
            <a:solidFill>
              <a:srgbClr val="2D5FA5"/>
            </a:solidFill>
            <a:prstDash val="solid"/>
            <a:headEnd type="none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6199632" y="448056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16. Push role/entitlement update to connected apps via RCS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595360" y="4846320"/>
            <a:ext cx="2441448" cy="0"/>
          </a:xfrm>
          <a:prstGeom prst="line">
            <a:avLst/>
          </a:prstGeom>
          <a:noFill/>
          <a:ln w="12700">
            <a:solidFill>
              <a:srgbClr val="2D5FA5"/>
            </a:solidFill>
            <a:prstDash val="solid"/>
            <a:headEnd type="none"/>
            <a:tailEnd type="triangle"/>
          </a:ln>
        </p:spPr>
      </p:sp>
      <p:sp>
        <p:nvSpPr>
          <p:cNvPr id="59" name="Text 57"/>
          <p:cNvSpPr/>
          <p:nvPr/>
        </p:nvSpPr>
        <p:spPr>
          <a:xfrm>
            <a:off x="8641080" y="466344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17. Update user entitlement in connected application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 flipH="1">
            <a:off x="8595360" y="5029200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61" name="Text 59"/>
          <p:cNvSpPr/>
          <p:nvPr/>
        </p:nvSpPr>
        <p:spPr>
          <a:xfrm>
            <a:off x="8641080" y="48463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18. Confirm entitlement updated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 flipH="1">
            <a:off x="6153912" y="5212080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6199632" y="502920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19. Acknowledge sync complete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271016" y="5413248"/>
            <a:ext cx="4882896" cy="0"/>
          </a:xfrm>
          <a:prstGeom prst="line">
            <a:avLst/>
          </a:prstGeom>
          <a:noFill/>
          <a:ln w="12700">
            <a:solidFill>
              <a:srgbClr val="2D5FA5"/>
            </a:solidFill>
            <a:prstDash val="solid"/>
            <a:headEnd type="none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1316736" y="523036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20. Attribute change detected — Live Sync (changelog event)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153912" y="5596128"/>
            <a:ext cx="2441448" cy="0"/>
          </a:xfrm>
          <a:prstGeom prst="line">
            <a:avLst/>
          </a:prstGeom>
          <a:noFill/>
          <a:ln w="12700">
            <a:solidFill>
              <a:srgbClr val="2D5FA5"/>
            </a:solidFill>
            <a:prstDash val="solid"/>
            <a:headEnd type="none"/>
            <a:tailEnd type="triangle"/>
          </a:ln>
        </p:spPr>
      </p:sp>
      <p:sp>
        <p:nvSpPr>
          <p:cNvPr id="67" name="Text 65"/>
          <p:cNvSpPr/>
          <p:nvPr/>
        </p:nvSpPr>
        <p:spPr>
          <a:xfrm>
            <a:off x="6199632" y="541324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21. Changelog-driven sync — propagate attribute change via RCS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595360" y="5779008"/>
            <a:ext cx="2441448" cy="0"/>
          </a:xfrm>
          <a:prstGeom prst="line">
            <a:avLst/>
          </a:prstGeom>
          <a:noFill/>
          <a:ln w="12700">
            <a:solidFill>
              <a:srgbClr val="2D5FA5"/>
            </a:solidFill>
            <a:prstDash val="solid"/>
            <a:headEnd type="none"/>
            <a:tailEnd type="triangle"/>
          </a:ln>
        </p:spPr>
      </p:sp>
      <p:sp>
        <p:nvSpPr>
          <p:cNvPr id="69" name="Text 67"/>
          <p:cNvSpPr/>
          <p:nvPr/>
        </p:nvSpPr>
        <p:spPr>
          <a:xfrm>
            <a:off x="8641080" y="559612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22. Update user attribute in connected application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 flipH="1">
            <a:off x="8622226" y="5961887"/>
            <a:ext cx="2414581" cy="30477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71" name="Text 69"/>
          <p:cNvSpPr/>
          <p:nvPr/>
        </p:nvSpPr>
        <p:spPr>
          <a:xfrm>
            <a:off x="8641080" y="577900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23. Confirm attribute updated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 flipH="1">
            <a:off x="1271016" y="6144768"/>
            <a:ext cx="4882896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73" name="Text 71"/>
          <p:cNvSpPr/>
          <p:nvPr/>
        </p:nvSpPr>
        <p:spPr>
          <a:xfrm>
            <a:off x="1316736" y="596188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24. Confirm all changes synced — profile &amp; roles up to date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6B6B"/>
                </a:solidFill>
              </a:rPr>
              <a:t>Solid arrow = request/call  ·  Dashed arrow = response/return  ·  Activation box = processing  ·  Pink = Phase 1 (Onboarding)  ·  Blue = Phase 2 (Updates)</a:t>
            </a:r>
            <a:endParaRPr lang="en-US" sz="750" dirty="0"/>
          </a:p>
        </p:txBody>
      </p:sp>
      <p:sp>
        <p:nvSpPr>
          <p:cNvPr id="75" name="Shape 19">
            <a:extLst>
              <a:ext uri="{FF2B5EF4-FFF2-40B4-BE49-F238E27FC236}">
                <a16:creationId xmlns:a16="http://schemas.microsoft.com/office/drawing/2014/main" id="{E4C8BE31-555E-47D2-9798-A08CE85170CB}"/>
              </a:ext>
            </a:extLst>
          </p:cNvPr>
          <p:cNvSpPr/>
          <p:nvPr/>
        </p:nvSpPr>
        <p:spPr>
          <a:xfrm>
            <a:off x="1159505" y="1896923"/>
            <a:ext cx="94080" cy="1645920"/>
          </a:xfrm>
          <a:prstGeom prst="rect">
            <a:avLst/>
          </a:prstGeom>
          <a:solidFill>
            <a:srgbClr val="FBF1F2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6" name="Shape 44">
            <a:extLst>
              <a:ext uri="{FF2B5EF4-FFF2-40B4-BE49-F238E27FC236}">
                <a16:creationId xmlns:a16="http://schemas.microsoft.com/office/drawing/2014/main" id="{DFAFD4A9-1915-4737-97B3-9EDF9C43C595}"/>
              </a:ext>
            </a:extLst>
          </p:cNvPr>
          <p:cNvSpPr/>
          <p:nvPr/>
        </p:nvSpPr>
        <p:spPr>
          <a:xfrm>
            <a:off x="1221917" y="3974592"/>
            <a:ext cx="82296" cy="2414016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77" name="Shape 47">
            <a:extLst>
              <a:ext uri="{FF2B5EF4-FFF2-40B4-BE49-F238E27FC236}">
                <a16:creationId xmlns:a16="http://schemas.microsoft.com/office/drawing/2014/main" id="{BBBFCC9D-3586-465D-ADA0-9959C7B58F46}"/>
              </a:ext>
            </a:extLst>
          </p:cNvPr>
          <p:cNvSpPr/>
          <p:nvPr/>
        </p:nvSpPr>
        <p:spPr>
          <a:xfrm>
            <a:off x="11053790" y="5699129"/>
            <a:ext cx="82296" cy="365760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  <p:sp>
        <p:nvSpPr>
          <p:cNvPr id="78" name="Shape 46">
            <a:extLst>
              <a:ext uri="{FF2B5EF4-FFF2-40B4-BE49-F238E27FC236}">
                <a16:creationId xmlns:a16="http://schemas.microsoft.com/office/drawing/2014/main" id="{98027D9B-BF2C-4880-992F-835DD50BEF73}"/>
              </a:ext>
            </a:extLst>
          </p:cNvPr>
          <p:cNvSpPr/>
          <p:nvPr/>
        </p:nvSpPr>
        <p:spPr>
          <a:xfrm>
            <a:off x="8565207" y="5525680"/>
            <a:ext cx="82296" cy="731520"/>
          </a:xfrm>
          <a:prstGeom prst="rect">
            <a:avLst/>
          </a:prstGeom>
          <a:solidFill>
            <a:srgbClr val="EEF4FF"/>
          </a:solidFill>
          <a:ln w="12700">
            <a:solidFill>
              <a:srgbClr val="2D5F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"/>
            <a:ext cx="11640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7A1322"/>
                </a:solidFill>
              </a:rPr>
              <a:t>Sequence Diagram — User Lifecycle Management  (Part 2 of 2)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48640"/>
            <a:ext cx="1164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</a:rPr>
              <a:t>Phase 3: Inactive User Detection &amp; Account Purge  ·  Phase 4: Offboarding &amp; Full Deprovisioning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93392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Initiates lifecycle events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71016" y="1481328"/>
            <a:ext cx="0" cy="5084064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15768" y="914400"/>
            <a:ext cx="1993392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15768" y="9144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UAP / 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Portal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Admin console &amp; policy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12464" y="1481328"/>
            <a:ext cx="0" cy="5084064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157216" y="914400"/>
            <a:ext cx="1993392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9144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(PingOne AIC)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Journey orchestration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53912" y="1481328"/>
            <a:ext cx="0" cy="5084064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598664" y="914400"/>
            <a:ext cx="1993392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98664" y="9144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(Connector)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On-premises routing hub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95360" y="1481328"/>
            <a:ext cx="0" cy="5084064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040112" y="914400"/>
            <a:ext cx="1993392" cy="566928"/>
          </a:xfrm>
          <a:prstGeom prst="rect">
            <a:avLst/>
          </a:prstGeom>
          <a:solidFill>
            <a:srgbClr val="7A1322"/>
          </a:solidFill>
          <a:ln w="12700">
            <a:solidFill>
              <a:srgbClr val="7A13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40112" y="9144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Connected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DDBBBB"/>
                </a:solidFill>
              </a:rPr>
              <a:t>Target provisioned system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1036808" y="1481328"/>
            <a:ext cx="0" cy="5084064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28600" y="1572768"/>
            <a:ext cx="11731752" cy="2194560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6093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62626"/>
                </a:solidFill>
              </a:rPr>
              <a:t>▶  Phase 3: Inactive User Detection &amp; Account Purge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12764" y="1627631"/>
            <a:ext cx="96012" cy="1973129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54212" y="2359152"/>
            <a:ext cx="45719" cy="1097280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95660" y="2542032"/>
            <a:ext cx="82296" cy="365760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3712464" y="1766207"/>
            <a:ext cx="2441448" cy="0"/>
          </a:xfrm>
          <a:prstGeom prst="line">
            <a:avLst/>
          </a:prstGeom>
          <a:noFill/>
          <a:ln w="12700">
            <a:solidFill>
              <a:srgbClr val="9A6B0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758184" y="161160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25. Scheduled reconciliation engine fires (cron / interval) — inactivity check begins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63640" y="173736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262626"/>
                </a:solidFill>
              </a:rPr>
              <a:t>26. Check last-login timestamp vs. configurable inactivity threshold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63640" y="192024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262626"/>
                </a:solidFill>
              </a:rPr>
              <a:t>27. Identify inactive users exceeding threshold — flag for lock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63640" y="210312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262626"/>
                </a:solidFill>
              </a:rPr>
              <a:t>28. Lock user account in CIAM — prevent new sessions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53912" y="2450592"/>
            <a:ext cx="2441448" cy="0"/>
          </a:xfrm>
          <a:prstGeom prst="line">
            <a:avLst/>
          </a:prstGeom>
          <a:noFill/>
          <a:ln w="12700">
            <a:solidFill>
              <a:srgbClr val="9A6B00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199632" y="226771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29. Notify RCS — suspend user in all connected applications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595360" y="2633472"/>
            <a:ext cx="2441448" cy="0"/>
          </a:xfrm>
          <a:prstGeom prst="line">
            <a:avLst/>
          </a:prstGeom>
          <a:noFill/>
          <a:ln w="12700">
            <a:solidFill>
              <a:srgbClr val="9A6B00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641080" y="245059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30. Suspend / disable user account in connected application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 flipH="1">
            <a:off x="8595360" y="2816352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641080" y="263347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31. Confirm account suspended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74320" y="2834640"/>
            <a:ext cx="11640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62626"/>
                </a:solidFill>
              </a:rPr>
              <a:t>32.  [ Configurable wait period — e.g. 30 / 60 / 90 days — before permanent purge ]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63640" y="301752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262626"/>
                </a:solidFill>
              </a:rPr>
              <a:t>33. Purge user record permanently from CIAM — GDPR-compliant deletion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153912" y="3364992"/>
            <a:ext cx="2441448" cy="9144"/>
          </a:xfrm>
          <a:prstGeom prst="line">
            <a:avLst/>
          </a:prstGeom>
          <a:noFill/>
          <a:ln w="12700">
            <a:solidFill>
              <a:srgbClr val="9A6B00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199632" y="3182112"/>
            <a:ext cx="2276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34. Deprovision user from ALL connected applications via RCS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 flipH="1">
            <a:off x="1271016" y="3547872"/>
            <a:ext cx="4882896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316736" y="3364992"/>
            <a:ext cx="4329920" cy="1710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35. Notify admin — purge action logged &amp; audit trail written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28600" y="3786229"/>
            <a:ext cx="11731752" cy="2807208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8587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62626"/>
                </a:solidFill>
              </a:rPr>
              <a:t>▶  Phase 4: Offboarding &amp; Full Deprovisioning (Admin-Initiated)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71316" y="3914764"/>
            <a:ext cx="82296" cy="2249424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12764" y="4078224"/>
            <a:ext cx="96012" cy="1773936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54212" y="4626864"/>
            <a:ext cx="82296" cy="731520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995660" y="4809744"/>
            <a:ext cx="82296" cy="365760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71016" y="4204170"/>
            <a:ext cx="2441448" cy="0"/>
          </a:xfrm>
          <a:prstGeom prst="line">
            <a:avLst/>
          </a:prstGeom>
          <a:noFill/>
          <a:ln w="12700">
            <a:solidFill>
              <a:srgbClr val="236B23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1316736" y="404956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36. Initiate offboarding — specify user, reason, effective date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712464" y="4320495"/>
            <a:ext cx="2441448" cy="0"/>
          </a:xfrm>
          <a:prstGeom prst="line">
            <a:avLst/>
          </a:prstGeom>
          <a:noFill/>
          <a:ln w="12700">
            <a:solidFill>
              <a:srgbClr val="236B23"/>
            </a:solidFill>
            <a:prstDash val="solid"/>
            <a:headEnd type="non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3758184" y="413761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37. Trigger offboarding journey (OIDC — admin entitlement checked)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63640" y="418795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262626"/>
                </a:solidFill>
              </a:rPr>
              <a:t>38. Validate admin authorisation for offboarding action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263640" y="4333124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262626"/>
                </a:solidFill>
              </a:rPr>
              <a:t>39. Deactivate user account in CIAM — block all new logins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153912" y="4718304"/>
            <a:ext cx="2441448" cy="0"/>
          </a:xfrm>
          <a:prstGeom prst="line">
            <a:avLst/>
          </a:prstGeom>
          <a:noFill/>
          <a:ln w="12700">
            <a:solidFill>
              <a:srgbClr val="236B23"/>
            </a:solidFill>
            <a:prstDash val="solid"/>
            <a:headEnd type="none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6199632" y="453542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40. Revoke all entitlements — instruct RCS to deprovision all apps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595360" y="4901184"/>
            <a:ext cx="2441448" cy="0"/>
          </a:xfrm>
          <a:prstGeom prst="line">
            <a:avLst/>
          </a:prstGeom>
          <a:noFill/>
          <a:ln w="12700">
            <a:solidFill>
              <a:srgbClr val="236B23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8641080" y="471830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dirty="0">
                <a:solidFill>
                  <a:srgbClr val="262626"/>
                </a:solidFill>
              </a:rPr>
              <a:t>41. Remove / deactivate user in connected application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 flipH="1">
            <a:off x="8595360" y="5084064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8641080" y="490118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42. Confirm user removed from application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 flipH="1">
            <a:off x="6153912" y="5266944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6199632" y="50840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43. All connected apps deprovisioned — confirm to CIA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263640" y="548640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262626"/>
                </a:solidFill>
              </a:rPr>
              <a:t>44. Revoke all CIAM roles, MFA tokens &amp; active sessions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63640" y="5669280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00" i="1" dirty="0">
                <a:solidFill>
                  <a:srgbClr val="262626"/>
                </a:solidFill>
              </a:rPr>
              <a:t>45. Write audit log — offboarding record timestamped &amp; stored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 flipH="1">
            <a:off x="3712464" y="5833872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64" name="Text 62"/>
          <p:cNvSpPr/>
          <p:nvPr/>
        </p:nvSpPr>
        <p:spPr>
          <a:xfrm>
            <a:off x="3758184" y="587044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46. Send offboarding complete status to UAP portal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 flipH="1">
            <a:off x="1271016" y="6035040"/>
            <a:ext cx="2441448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dash"/>
            <a:headEnd type="none"/>
            <a:tailEnd type="triangle"/>
          </a:ln>
        </p:spPr>
      </p:sp>
      <p:sp>
        <p:nvSpPr>
          <p:cNvPr id="66" name="Text 64"/>
          <p:cNvSpPr/>
          <p:nvPr/>
        </p:nvSpPr>
        <p:spPr>
          <a:xfrm>
            <a:off x="1316736" y="605332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47. Display offboarding confirmation — user fully deprovisioned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74320" y="6601968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6B6B"/>
                </a:solidFill>
              </a:rPr>
              <a:t>Amber box = Inactive Purge (Phase 3)  ·  Green box = Offboarding (Phase 4)  ·  Solid = request  ·  Dashed = response  ·  All connector traffic routes via RCS</a:t>
            </a:r>
            <a:endParaRPr lang="en-US" sz="750" dirty="0"/>
          </a:p>
        </p:txBody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8486BE2C-382F-4B7C-8D4B-8573EC9AF5E2}"/>
              </a:ext>
            </a:extLst>
          </p:cNvPr>
          <p:cNvSpPr/>
          <p:nvPr/>
        </p:nvSpPr>
        <p:spPr>
          <a:xfrm>
            <a:off x="3616226" y="1676335"/>
            <a:ext cx="109955" cy="2054418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F57C9E22-FE75-462C-B74A-D93D389913F3}"/>
              </a:ext>
            </a:extLst>
          </p:cNvPr>
          <p:cNvSpPr/>
          <p:nvPr/>
        </p:nvSpPr>
        <p:spPr>
          <a:xfrm>
            <a:off x="1174779" y="1766207"/>
            <a:ext cx="128241" cy="1964546"/>
          </a:xfrm>
          <a:prstGeom prst="rect">
            <a:avLst/>
          </a:prstGeom>
          <a:solidFill>
            <a:srgbClr val="FFF8EC"/>
          </a:solidFill>
          <a:ln w="12700">
            <a:solidFill>
              <a:srgbClr val="9A6B00"/>
            </a:solidFill>
            <a:prstDash val="solid"/>
          </a:ln>
        </p:spPr>
      </p:sp>
      <p:sp>
        <p:nvSpPr>
          <p:cNvPr id="71" name="Shape 41">
            <a:extLst>
              <a:ext uri="{FF2B5EF4-FFF2-40B4-BE49-F238E27FC236}">
                <a16:creationId xmlns:a16="http://schemas.microsoft.com/office/drawing/2014/main" id="{4580FA14-5356-4A2A-8789-945B9BE35D79}"/>
              </a:ext>
            </a:extLst>
          </p:cNvPr>
          <p:cNvSpPr/>
          <p:nvPr/>
        </p:nvSpPr>
        <p:spPr>
          <a:xfrm>
            <a:off x="1193637" y="4067164"/>
            <a:ext cx="90246" cy="2097024"/>
          </a:xfrm>
          <a:prstGeom prst="rect">
            <a:avLst/>
          </a:prstGeom>
          <a:solidFill>
            <a:srgbClr val="F0FAF0"/>
          </a:solidFill>
          <a:ln w="12700">
            <a:solidFill>
              <a:srgbClr val="236B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678</Words>
  <Application>Microsoft Office PowerPoint</Application>
  <PresentationFormat>Widescreen</PresentationFormat>
  <Paragraphs>89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8</cp:revision>
  <dcterms:created xsi:type="dcterms:W3CDTF">2026-08-04T14:59:53Z</dcterms:created>
  <dcterms:modified xsi:type="dcterms:W3CDTF">2026-08-04T16:25:59Z</dcterms:modified>
</cp:coreProperties>
</file>