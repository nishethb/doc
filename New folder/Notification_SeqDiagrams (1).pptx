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44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User Notification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Covers: Welcome Email  ·  Temporary Password  ·  Mobile Token at Login  ·  Mobile Token Activation  ·  Phone Number Update  ·  Online Transaction Confirmation  ·  Maintenance Notification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23774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/ Bank 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Performs business 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51960" y="804672"/>
            <a:ext cx="23774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804672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 AIC / UAP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Processes request &amp; builds notification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01000" y="804672"/>
            <a:ext cx="23774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804672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EIP Notification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Validates &amp; dispatches 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40680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89720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91640" y="1537890"/>
            <a:ext cx="37490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746504" y="1319283"/>
            <a:ext cx="36393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1. User or Bank Admin performs a business 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200" y="1764792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764792"/>
            <a:ext cx="31089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2. Ping AIC/UAP processes the request successfully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2093976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093976"/>
            <a:ext cx="31089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3. Ping AIC/UAP determines that a notification needs to be generated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3320" y="2423160"/>
            <a:ext cx="34747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423160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4. Ping AIC/UAP constructs notification payload — recipient details &amp; business event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2976045"/>
            <a:ext cx="37490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95544" y="2776292"/>
            <a:ext cx="36393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5. Ping AIC/UAP invokes EIP Notification API — posts notification payload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3136392"/>
            <a:ext cx="23774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6. EIP validates the request and notification payload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H="1">
            <a:off x="5440680" y="3718124"/>
            <a:ext cx="37490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95544" y="3480663"/>
            <a:ext cx="36393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7. EIP returns success acknowledgement to Ping AIC/UAP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6200" y="3982167"/>
            <a:ext cx="31089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4019876"/>
            <a:ext cx="31089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8. Ping AIC/UAP logs the notification submission status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2062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25449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Blue dashed ALT block → notification type variants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Operational Support Notification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Covers: Batch Job Error  ·  Batch Job Success  ·  User Deletion Notification  ·  RSA Auth Failure  ·  Downstream Service Failure  ·  Device Deletion Failure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19202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04672"/>
            <a:ext cx="1920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Job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 Process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Executes &amp; detects events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804672"/>
            <a:ext cx="19202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804672"/>
            <a:ext cx="1920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Ping AIC / UAP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Captures &amp; prepares notification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50992" y="804672"/>
            <a:ext cx="19202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804672"/>
            <a:ext cx="1920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EIP Notification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Validates &amp; dispatches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84464" y="804672"/>
            <a:ext cx="1920240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804672"/>
            <a:ext cx="1920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SSO Support Team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Receives operational alerts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44168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77640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611112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244584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" y="1435608"/>
            <a:ext cx="25603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" y="1435608"/>
            <a:ext cx="2560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1. Batch process or integration workflow executes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" y="1764792"/>
            <a:ext cx="25603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" y="1764792"/>
            <a:ext cx="2560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2. Success, failure, or exception condition is detected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2112264"/>
            <a:ext cx="25603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112264"/>
            <a:ext cx="2560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3. Ping AIC/UAP captures event details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459736"/>
            <a:ext cx="25603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459736"/>
            <a:ext cx="2560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4. Ping AIC/UAP prepares notification payload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77640" y="3154026"/>
            <a:ext cx="26334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032504" y="2944846"/>
            <a:ext cx="25237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5. Ping AIC/UAP invokes EIP Notification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13832" y="3257811"/>
            <a:ext cx="219456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3276665"/>
            <a:ext cx="21945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6. EIP validates request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977640" y="3858397"/>
            <a:ext cx="26334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032504" y="3649217"/>
            <a:ext cx="25237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7. EIP returns acknowledgement to Ping AIC/UAP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97480" y="4047025"/>
            <a:ext cx="25603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084729"/>
            <a:ext cx="2560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8. Notification request logged in Ping AIC/UAP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11112" y="4563331"/>
            <a:ext cx="26334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665976" y="4344723"/>
            <a:ext cx="25237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9. EIP dispatches notification — Support Team receives alert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46268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25449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Blue dashed ALT block → notification type variants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29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Entitlement Report Notification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Entitlement report generation via WCA Batch Job → BOB → GIS  ·  Report availability notification delivered via EIP  ·  ALT: OUEA Report  ·  SSOA Report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Admin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Bank 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Submits report 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04288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UAP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Stores request details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61104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1104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WCA Batch Job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Identifies &amp; orchestrates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Generates &amp; stores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Report storage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31552" y="804672"/>
            <a:ext cx="157276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31552" y="80467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EIP Notification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Dispatches notification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90672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047488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04304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961120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917936" y="1298448"/>
            <a:ext cx="0" cy="488289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33856" y="1557310"/>
            <a:ext cx="1956816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88720" y="1310422"/>
            <a:ext cx="1847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1. Customer Admin / Bank Admin submits entitlement report request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67712" y="1746504"/>
            <a:ext cx="16459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1746504"/>
            <a:ext cx="16459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2. UAP stores report request details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H="1">
            <a:off x="3090672" y="2196824"/>
            <a:ext cx="1956816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45536" y="1997071"/>
            <a:ext cx="1847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3. WCA Batch Job identifies pending report requests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47488" y="2488300"/>
            <a:ext cx="1956816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02352" y="2260266"/>
            <a:ext cx="1847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4. WCA Batch Job invokes BOB report generation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81344" y="2649213"/>
            <a:ext cx="16459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658640"/>
            <a:ext cx="16459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5. BOB generates entitlement 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04304" y="3184376"/>
            <a:ext cx="1956816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059168" y="2984623"/>
            <a:ext cx="1847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6. BOB stores generated report in GIS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>
            <a:off x="5047488" y="3475852"/>
            <a:ext cx="391363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102352" y="3257245"/>
            <a:ext cx="380390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7. WCA retrieves report status and completion details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24528" y="3655619"/>
            <a:ext cx="164592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24528" y="3655619"/>
            <a:ext cx="16459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626"/>
                </a:solidFill>
              </a:rPr>
              <a:t>8. WCA prepares report completion notification payload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47488" y="4200209"/>
            <a:ext cx="5870448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102352" y="3991029"/>
            <a:ext cx="576072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</a:rPr>
              <a:t>9. WCA invokes EIP Notification API with report details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H="1">
            <a:off x="5047488" y="4566535"/>
            <a:ext cx="5870448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102352" y="4347928"/>
            <a:ext cx="576072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10. EIP returns acknowledgement to WCA Batch Job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flipH="1">
            <a:off x="1133856" y="4858011"/>
            <a:ext cx="97840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188720" y="4611123"/>
            <a:ext cx="967435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11. Administrator receives report availability notification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625449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Blue dashed ALT block → notification type variants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29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559</Words>
  <Application>Microsoft Office PowerPoint</Application>
  <PresentationFormat>Widescreen</PresentationFormat>
  <Paragraphs>76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5</cp:revision>
  <dcterms:created xsi:type="dcterms:W3CDTF">2026-08-28T15:56:41Z</dcterms:created>
  <dcterms:modified xsi:type="dcterms:W3CDTF">2026-08-31T08:58:33Z</dcterms:modified>
</cp:coreProperties>
</file>