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>
        <p:scale>
          <a:sx n="73" d="100"/>
          <a:sy n="73" d="100"/>
        </p:scale>
        <p:origin x="288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138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45720"/>
            <a:ext cx="11676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</a:rPr>
              <a:t>Sequence Diagram — Entitlement Workflow  (Part 1 of 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56032" y="521208"/>
            <a:ext cx="1167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Phase 1: Entitlement Request &amp; Approval Chain  ·  Phase 2: Entitlement Grant &amp; Propagation to Connected Applications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Initiates entitlement request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UAP Portal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Request UI &amp; workflow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07408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(PingOne AIC)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Journey &amp; policy orchestration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83096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(Manager)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Workflow approval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58784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8784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(Connector)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On-premises routing hub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34472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34472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Target provisioned 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01852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77540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53228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28916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404604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480292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" y="1408176"/>
            <a:ext cx="11786616" cy="2066544"/>
          </a:xfrm>
          <a:prstGeom prst="rect">
            <a:avLst/>
          </a:prstGeom>
          <a:solidFill>
            <a:srgbClr val="F3EE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453896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2D8E"/>
                </a:solidFill>
              </a:rPr>
              <a:t>▶  Phase 1 — Entitlement Request &amp; Approval Workflow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65276" y="1627632"/>
            <a:ext cx="73152" cy="1883664"/>
          </a:xfrm>
          <a:prstGeom prst="rect">
            <a:avLst/>
          </a:prstGeom>
          <a:solidFill>
            <a:srgbClr val="F3EE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40964" y="1920240"/>
            <a:ext cx="73152" cy="1371600"/>
          </a:xfrm>
          <a:prstGeom prst="rect">
            <a:avLst/>
          </a:prstGeom>
          <a:solidFill>
            <a:srgbClr val="F3EE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6652" y="2212848"/>
            <a:ext cx="73152" cy="1078992"/>
          </a:xfrm>
          <a:prstGeom prst="rect">
            <a:avLst/>
          </a:prstGeom>
          <a:solidFill>
            <a:srgbClr val="F3EE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2340" y="2468880"/>
            <a:ext cx="73152" cy="822960"/>
          </a:xfrm>
          <a:prstGeom prst="rect">
            <a:avLst/>
          </a:prstGeom>
          <a:solidFill>
            <a:srgbClr val="F3EE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3292" y="1536192"/>
            <a:ext cx="1021384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5B2D8E"/>
                </a:solidFill>
              </a:rPr>
              <a:t>1. User/Admin selects entitlement (role, app access, CMB API, EB1 enrolment) from UAP entitlement catalogue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101852" y="2029968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156716" y="181965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2. Submit entitlement request — specify entitlement, justification &amp; effective date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77540" y="2322576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32404" y="2112264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3. UAP triggers CIA entitlement request journey (OIDC-authenticated)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44668" y="2377440"/>
            <a:ext cx="6062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4. CIA evaluates entitlement policy — auto-approve (low-risk) OR route to manager approval (high-risk / privileged)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253228" y="2871216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308092" y="2660904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5. CIA dispatches approval task to Manager — email notification + UAP task link sent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 flipH="1">
            <a:off x="5253228" y="3163824"/>
            <a:ext cx="207568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308092" y="2953512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6. Manager submits decision — APPROVE / REJECT / REQUEST_MORE_INFO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44668" y="3182112"/>
            <a:ext cx="6062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7. CIA records approval decision with timestamp &amp; approver identity — audit trail written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01168" y="3529584"/>
            <a:ext cx="11786616" cy="2871216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575304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36B23"/>
                </a:solidFill>
              </a:rPr>
              <a:t>▶  Phase 2 — Entitlement Grant &amp; Propagation to Connected Applications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65276" y="3639312"/>
            <a:ext cx="73152" cy="2670048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40964" y="3931920"/>
            <a:ext cx="73152" cy="2157984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16652" y="3931920"/>
            <a:ext cx="73152" cy="1883664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68028" y="4517136"/>
            <a:ext cx="73152" cy="1024128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43716" y="4809744"/>
            <a:ext cx="73152" cy="457200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65284" y="3708131"/>
            <a:ext cx="81381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8. APPROVED: CIA assigns entitlement to user CIAM profile — role/attribute added to managed object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 flipH="1">
            <a:off x="3177540" y="4041648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3232404" y="383133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9. CIA notifies UAP — entitlement granted confirmation with effective date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 flipH="1">
            <a:off x="1101852" y="4334256"/>
            <a:ext cx="207568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156716" y="4123944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10. UAP notifies user — entitlement active, access provisioned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253228" y="4626864"/>
            <a:ext cx="415137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308092" y="4416552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11. CIA triggers RCS — propagate entitlement to all connected applications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404604" y="4919472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9459468" y="4709160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12. RCS routes entitlement to Connected App (REST/SCIM/SOAP — assign role/permission)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 flipH="1">
            <a:off x="9404604" y="5138928"/>
            <a:ext cx="207568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9459468" y="492861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13. Connected App confirms entitlement applied — user can now access application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 flipH="1">
            <a:off x="5253228" y="5413248"/>
            <a:ext cx="4151376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5308092" y="5202936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14. RCS confirms all apps provisioned — result returned to CIA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 flipH="1">
            <a:off x="3177540" y="5687568"/>
            <a:ext cx="207568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3232404" y="547725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15. CIA updates entitlement record — status: ACTIVE, grant timestamp set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 flipH="1">
            <a:off x="1101852" y="5961888"/>
            <a:ext cx="207568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1156716" y="575157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16. UAP updates entitlement dashboard — REJECTED path: user notified with reason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193292" y="5980176"/>
            <a:ext cx="1021384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17. Audit log: request, approval, grant timestamp, entitlements assigned, apps provisioned — stored for compliance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56032" y="6629400"/>
            <a:ext cx="1167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</a:rPr>
              <a:t>Purple = Request &amp; Approval  ·  Green = Grant &amp; Propagation  ·  Solid = request/call  ·  Dashed = response/return  ·  All app provisioning routes via RCS</a:t>
            </a:r>
            <a:endParaRPr lang="en-US" sz="750" dirty="0"/>
          </a:p>
        </p:txBody>
      </p:sp>
      <p:sp>
        <p:nvSpPr>
          <p:cNvPr id="500" name="T_mfa_note"/>
          <p:cNvSpPr/>
          <p:nvPr/>
        </p:nvSpPr>
        <p:spPr>
          <a:xfrm>
            <a:off x="5088636" y="2514600"/>
            <a:ext cx="5660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 i="1" dirty="0">
                <a:solidFill>
                  <a:srgbClr val="5B2D8E"/>
                </a:solidFill>
                <a:latin typeface="Calibri"/>
              </a:rPr>
              <a:t>★ Step-up MFA: for privileged entitlements CIA triggers additional MFA challenge on user before dispatching to approval</a:t>
            </a:r>
          </a:p>
        </p:txBody>
      </p:sp>
      <p:sp>
        <p:nvSpPr>
          <p:cNvPr id="501" name="T_expiry_note"/>
          <p:cNvSpPr/>
          <p:nvPr/>
        </p:nvSpPr>
        <p:spPr>
          <a:xfrm>
            <a:off x="1193292" y="3977640"/>
            <a:ext cx="9555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 i="1" dirty="0">
                <a:solidFill>
                  <a:srgbClr val="236B23"/>
                </a:solidFill>
                <a:latin typeface="Calibri"/>
              </a:rPr>
              <a:t>★ Time-bound: effective_date + expiry_date stored on entitlement record — CIA auto-revokes on expiry via scheduled job</a:t>
            </a:r>
          </a:p>
        </p:txBody>
      </p:sp>
      <p:sp>
        <p:nvSpPr>
          <p:cNvPr id="502" name="T_reject_note"/>
          <p:cNvSpPr/>
          <p:nvPr/>
        </p:nvSpPr>
        <p:spPr>
          <a:xfrm>
            <a:off x="1193292" y="5684079"/>
            <a:ext cx="9555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 i="1" dirty="0">
                <a:solidFill>
                  <a:srgbClr val="9A6B00"/>
                </a:solidFill>
                <a:latin typeface="Calibri"/>
              </a:rPr>
              <a:t>★ REJECTED: CIA records rejection reason — UAP displays reason to requester — entitlement remains in PENDING state for re-submission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45720"/>
            <a:ext cx="11676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</a:rPr>
              <a:t>Sequence Diagram — Entitlement Workflow  (Part 2 of 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56032" y="521208"/>
            <a:ext cx="1167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Phase 3: Periodic Recertification (Access Review)  ·  Phase 4: Entitlement Revocation &amp; Deprovisioning  ·  Phase 5: Emergency Revocation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Initiates reviews &amp; revocations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UAP Portal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Review campaign &amp; task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07408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(PingOne AIC)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Policy &amp; lifecycle orchestration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83096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(Reviewer)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Periodic access certifier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58784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8784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(Connector)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On-premises routing hub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34472" y="804672"/>
            <a:ext cx="1691640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34472" y="804672"/>
            <a:ext cx="1691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Target provisioned 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01852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77540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53228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28916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404604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480292" y="1371600"/>
            <a:ext cx="0" cy="5138928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" y="1408176"/>
            <a:ext cx="11786616" cy="2084832"/>
          </a:xfrm>
          <a:prstGeom prst="rect">
            <a:avLst/>
          </a:prstGeom>
          <a:solidFill>
            <a:srgbClr val="E6F7F7"/>
          </a:solidFill>
          <a:ln w="12700">
            <a:solidFill>
              <a:srgbClr val="006D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453896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6D6D"/>
                </a:solidFill>
              </a:rPr>
              <a:t>▶  Phase 3 — Periodic Entitlement Recertification  (Scheduled Access Review Campaign)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65276" y="1627632"/>
            <a:ext cx="73152" cy="1810512"/>
          </a:xfrm>
          <a:prstGeom prst="rect">
            <a:avLst/>
          </a:prstGeom>
          <a:solidFill>
            <a:srgbClr val="E6F7F7"/>
          </a:solidFill>
          <a:ln w="12700">
            <a:solidFill>
              <a:srgbClr val="006D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40964" y="1920240"/>
            <a:ext cx="73152" cy="1517904"/>
          </a:xfrm>
          <a:prstGeom prst="rect">
            <a:avLst/>
          </a:prstGeom>
          <a:solidFill>
            <a:srgbClr val="E6F7F7"/>
          </a:solidFill>
          <a:ln w="12700">
            <a:solidFill>
              <a:srgbClr val="006D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6652" y="1920240"/>
            <a:ext cx="73152" cy="1517904"/>
          </a:xfrm>
          <a:prstGeom prst="rect">
            <a:avLst/>
          </a:prstGeom>
          <a:solidFill>
            <a:srgbClr val="E6F7F7"/>
          </a:solidFill>
          <a:ln w="12700">
            <a:solidFill>
              <a:srgbClr val="006D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2340" y="2212848"/>
            <a:ext cx="73152" cy="749808"/>
          </a:xfrm>
          <a:prstGeom prst="rect">
            <a:avLst/>
          </a:prstGeom>
          <a:solidFill>
            <a:srgbClr val="E6F7F7"/>
          </a:solidFill>
          <a:ln w="12700">
            <a:solidFill>
              <a:srgbClr val="006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3292" y="1536192"/>
            <a:ext cx="1021384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006D6D"/>
                </a:solidFill>
              </a:rPr>
              <a:t>18. Scheduled recertification campaign fires (configurable: 30/60/90 days) — CIA generates review tasks per entitlement per user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 flipH="1">
            <a:off x="3177540" y="2029968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232404" y="181965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19. CIA sends review task list to UAP — all entitlements requiring recertification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77540" y="2322576"/>
            <a:ext cx="415137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32404" y="2112264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20. UAP dispatches review task to Manager — email + UAP review link with entitlement details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44668" y="2340864"/>
            <a:ext cx="6062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21. Manager reviews each entitlement: still required? appropriate for role? risk level acceptable?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 flipH="1">
            <a:off x="3177540" y="2834640"/>
            <a:ext cx="4151376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232404" y="2624328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22. Manager submits decision per entitlement — CERTIFY (keep) or REVOKE (remove)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68980" y="2852928"/>
            <a:ext cx="81381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23. CERTIFIED: entitlement retained — last-reviewed timestamp updated — no action on connected apps needed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177540" y="3310128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232404" y="309981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24. REVOKE decisions forwarded to CIA — trigger entitlement revocation workflow (Phase 4)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1168" y="3547872"/>
            <a:ext cx="11786616" cy="2212848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593592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B00"/>
                </a:solidFill>
              </a:rPr>
              <a:t>▶  Phase 4 — Entitlement Revocation &amp; Deprovisioning from Connected Applications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16652" y="3639312"/>
            <a:ext cx="73152" cy="1901952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68028" y="4224528"/>
            <a:ext cx="73152" cy="1042416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43716" y="4517136"/>
            <a:ext cx="73152" cy="530352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4668" y="3547872"/>
            <a:ext cx="6062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A6B00"/>
                </a:solidFill>
              </a:rPr>
              <a:t>25. CIA removes entitlement from user CIAM profile — role/attribute cleared from managed object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 flipH="1">
            <a:off x="3177540" y="4041648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232404" y="3831336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26. CIA notifies UAP — entitlement revoked, effective immediately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253228" y="4334256"/>
            <a:ext cx="415137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5308092" y="4123944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27. CIA instructs RCS — deprovision entitlement from all connected applications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404604" y="4626864"/>
            <a:ext cx="207568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9459468" y="4416552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28. RCS routes removal to Connected App (REST/SCIM — remove role/permission)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 flipH="1">
            <a:off x="9404604" y="4919472"/>
            <a:ext cx="207568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9459468" y="4709160"/>
            <a:ext cx="1965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29. Connected App confirms entitlement removed — user access revoked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 flipH="1">
            <a:off x="5253228" y="5138928"/>
            <a:ext cx="4151376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308092" y="4928616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30. RCS confirms deprovisioning complete — all apps updated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 flipH="1">
            <a:off x="1101852" y="5413248"/>
            <a:ext cx="4151376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156716" y="5202936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31. User notified — entitlement revoked, access removed with immediate effect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193292" y="5413248"/>
            <a:ext cx="1021384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32. Audit log: revocation reason, reviewer, timestamp, apps deprovisioned — retained for compliance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01168" y="5797296"/>
            <a:ext cx="11786616" cy="603504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5729892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A6192E"/>
                </a:solidFill>
              </a:rPr>
              <a:t>▶  Phase 5 — Emergency / Admin-Initiated Revocation  (Immediate — bypasses approval — all entitlements revoked)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65276" y="5888736"/>
            <a:ext cx="73152" cy="45720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16652" y="5888736"/>
            <a:ext cx="73152" cy="45720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68028" y="5888736"/>
            <a:ext cx="73152" cy="45720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1852" y="5998464"/>
            <a:ext cx="415137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1148007" y="5903523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33. Admin triggers emergency revocation — CIA immediately removes ALL entitlements + invalidates all active sessions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253228" y="6236208"/>
            <a:ext cx="4151376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5308092" y="6025896"/>
            <a:ext cx="40416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A6192E"/>
                </a:solidFill>
              </a:rPr>
              <a:t>34. RCS deprovisions user from ALL connected apps simultaneously — admin notified + audit log written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56032" y="6629400"/>
            <a:ext cx="11676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</a:rPr>
              <a:t>Teal = Recertification  ·  Amber = Revocation  ·  Red = Emergency  ·  Solid = request/call  ·  Dashed = response/return  ·  All provisioning routes via RCS</a:t>
            </a:r>
            <a:endParaRPr lang="en-US" sz="750" dirty="0"/>
          </a:p>
        </p:txBody>
      </p:sp>
      <p:sp>
        <p:nvSpPr>
          <p:cNvPr id="68" name="Shape 39">
            <a:extLst>
              <a:ext uri="{FF2B5EF4-FFF2-40B4-BE49-F238E27FC236}">
                <a16:creationId xmlns:a16="http://schemas.microsoft.com/office/drawing/2014/main" id="{3C2AFAF4-7A25-4EFD-9FA8-4D96EFF16D39}"/>
              </a:ext>
            </a:extLst>
          </p:cNvPr>
          <p:cNvSpPr/>
          <p:nvPr/>
        </p:nvSpPr>
        <p:spPr>
          <a:xfrm>
            <a:off x="1051572" y="3772858"/>
            <a:ext cx="73152" cy="1901952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503" name="T_sod_note"/>
          <p:cNvSpPr/>
          <p:nvPr/>
        </p:nvSpPr>
        <p:spPr>
          <a:xfrm>
            <a:off x="1193292" y="2606039"/>
            <a:ext cx="9555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 i="1" dirty="0">
                <a:solidFill>
                  <a:srgbClr val="006D6D"/>
                </a:solidFill>
                <a:latin typeface="Calibri"/>
              </a:rPr>
              <a:t>★ Separation of Duties: Manager cannot certify their own entitlements — system enforces alternate reviewer assignment</a:t>
            </a:r>
          </a:p>
        </p:txBody>
      </p:sp>
      <p:sp>
        <p:nvSpPr>
          <p:cNvPr id="504" name="T_sla_note"/>
          <p:cNvSpPr/>
          <p:nvPr/>
        </p:nvSpPr>
        <p:spPr>
          <a:xfrm>
            <a:off x="1193292" y="3054096"/>
            <a:ext cx="9555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 i="1" dirty="0">
                <a:solidFill>
                  <a:srgbClr val="006D6D"/>
                </a:solidFill>
                <a:latin typeface="Calibri"/>
              </a:rPr>
              <a:t>★ SLA Escalation: if Manager does not respond within configured SLA (e.g. 7 days) — CIA auto-escalates to manager's manager OR auto-revokes</a:t>
            </a:r>
          </a:p>
        </p:txBody>
      </p:sp>
      <p:sp>
        <p:nvSpPr>
          <p:cNvPr id="505" name="T_orphan_note"/>
          <p:cNvSpPr/>
          <p:nvPr/>
        </p:nvSpPr>
        <p:spPr>
          <a:xfrm>
            <a:off x="5088636" y="3758184"/>
            <a:ext cx="5660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 i="1" dirty="0">
                <a:solidFill>
                  <a:srgbClr val="9A6B00"/>
                </a:solidFill>
                <a:latin typeface="Calibri"/>
              </a:rPr>
              <a:t>★ Orphaned entitlement check: if account owner is offboarded, CIA flags all their entitlements for immediate review</a:t>
            </a:r>
          </a:p>
        </p:txBody>
      </p:sp>
      <p:sp>
        <p:nvSpPr>
          <p:cNvPr id="506" name="T_soc_note"/>
          <p:cNvSpPr/>
          <p:nvPr/>
        </p:nvSpPr>
        <p:spPr>
          <a:xfrm>
            <a:off x="1193292" y="5838231"/>
            <a:ext cx="9555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 i="1" dirty="0">
                <a:solidFill>
                  <a:srgbClr val="A6192E"/>
                </a:solidFill>
                <a:latin typeface="Calibri"/>
              </a:rPr>
              <a:t>★ SOC/Security trigger: Emergency revocation can also be initiated by security tooling (SIEM alert) or automated risk engine — not only manual admin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950</Words>
  <Application>Microsoft Office PowerPoint</Application>
  <PresentationFormat>Widescreen</PresentationFormat>
  <Paragraphs>88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3</cp:revision>
  <dcterms:created xsi:type="dcterms:W3CDTF">2026-08-05T02:11:59Z</dcterms:created>
  <dcterms:modified xsi:type="dcterms:W3CDTF">2026-08-05T08:35:30Z</dcterms:modified>
</cp:coreProperties>
</file>