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54864"/>
            <a:ext cx="1161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User Session Attribute Update — UAP &amp; MQ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457200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language preference propagation: DSH → UAP (orchestration) → AIC via IDM API  +  MQ publish → subscribing applications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292608" y="713232"/>
            <a:ext cx="1737360" cy="804672"/>
          </a:xfrm>
          <a:prstGeom prst="rect">
            <a:avLst/>
          </a:prstGeom>
          <a:solidFill>
            <a:srgbClr val="F8F8F8"/>
          </a:solidFill>
          <a:ln w="17780">
            <a:solidFill>
              <a:srgbClr val="5555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" y="75895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App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2608" y="1115568"/>
            <a:ext cx="173736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User-facing portal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(language preference UI)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310128" y="713232"/>
            <a:ext cx="2377440" cy="804672"/>
          </a:xfrm>
          <a:prstGeom prst="rect">
            <a:avLst/>
          </a:prstGeom>
          <a:solidFill>
            <a:srgbClr val="F8F8F8"/>
          </a:solidFill>
          <a:ln w="22860">
            <a:solidFill>
              <a:srgbClr val="5555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0128" y="749808"/>
            <a:ext cx="2377440" cy="273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10128" y="986820"/>
            <a:ext cx="2377440" cy="177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(Orchestration Layer)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163848"/>
            <a:ext cx="2377440" cy="321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profile mgmt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event hub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955280" y="713232"/>
            <a:ext cx="2103120" cy="804672"/>
          </a:xfrm>
          <a:prstGeom prst="rect">
            <a:avLst/>
          </a:prstGeom>
          <a:solidFill>
            <a:srgbClr val="F8F8F8"/>
          </a:solidFill>
          <a:ln w="1778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75895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PingOne AIC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1115568"/>
            <a:ext cx="2103120" cy="370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store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IDM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29968" y="1115568"/>
            <a:ext cx="1179576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3209544" y="107899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75688" y="9144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075688" y="116128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(profile update)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87568" y="1115568"/>
            <a:ext cx="216712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7854696" y="107899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33288" y="914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IDM API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1207008"/>
            <a:ext cx="2121408" cy="219456"/>
          </a:xfrm>
          <a:prstGeom prst="rect">
            <a:avLst/>
          </a:prstGeom>
          <a:solidFill>
            <a:srgbClr val="E4E4E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1207008"/>
            <a:ext cx="2121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Validator: Update AIC via IDM API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55848" y="2459736"/>
            <a:ext cx="2286000" cy="749808"/>
          </a:xfrm>
          <a:prstGeom prst="rect">
            <a:avLst/>
          </a:prstGeom>
          <a:solidFill>
            <a:srgbClr val="F8F8F8"/>
          </a:solidFill>
          <a:ln w="17780">
            <a:solidFill>
              <a:srgbClr val="5555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55848" y="2505456"/>
            <a:ext cx="22860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 Topic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2834640"/>
            <a:ext cx="2286000" cy="34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language_change_event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message broker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98848" y="1517904"/>
            <a:ext cx="0" cy="8686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453128" y="2386584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18882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 MQ.event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2608" y="4352544"/>
            <a:ext cx="2139696" cy="694944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2608" y="4398264"/>
            <a:ext cx="2139696" cy="33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DSH App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" y="4700016"/>
            <a:ext cx="2139696" cy="31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UI refresh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direct UAP/LDAP call)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33472" y="4352544"/>
            <a:ext cx="2139696" cy="694944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4398264"/>
            <a:ext cx="2139696" cy="33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 App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633472" y="4700016"/>
            <a:ext cx="2139696" cy="31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UI refresh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direct UAP/LDAP call)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992624" y="4352544"/>
            <a:ext cx="2139696" cy="694944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92624" y="4398264"/>
            <a:ext cx="2139696" cy="33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App 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992624" y="4700016"/>
            <a:ext cx="2139696" cy="31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to MQ topic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UAP/DSH change needed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51776" y="4352544"/>
            <a:ext cx="2139696" cy="694944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51776" y="4398264"/>
            <a:ext cx="2139696" cy="33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App B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51776" y="4700016"/>
            <a:ext cx="2139696" cy="31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extensible pattern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710928" y="4352544"/>
            <a:ext cx="1883664" cy="694944"/>
          </a:xfrm>
          <a:prstGeom prst="rect">
            <a:avLst/>
          </a:prstGeom>
          <a:solidFill>
            <a:srgbClr val="F0F0F0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10928" y="4398264"/>
            <a:ext cx="1883664" cy="3335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more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710928" y="4700016"/>
            <a:ext cx="1883664" cy="319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apps subscribe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infra change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98848" y="3209544"/>
            <a:ext cx="0" cy="38404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62456" y="3593592"/>
            <a:ext cx="92903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62456" y="3593592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1316736" y="4279392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03320" y="3593592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10800000">
            <a:off x="3657600" y="4279392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2472" y="3593592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0800000">
            <a:off x="6016752" y="4279392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21624" y="3593592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10800000">
            <a:off x="8375904" y="4279392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52760" y="3593592"/>
            <a:ext cx="0" cy="685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0800000">
            <a:off x="10607040" y="4279392"/>
            <a:ext cx="91440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26864" y="339242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 (consume events independently — no polling, no direct UAP/LDAP dependency)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5687568"/>
            <a:ext cx="3657600" cy="91440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02336" y="57424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402336" y="596188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changes trigger async MQ events — no polling required by consuming applications.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114800" y="5687568"/>
            <a:ext cx="3657600" cy="91440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242816" y="57424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UAP as Orchestrator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4242816" y="596188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profile update requests flow through UAP — single control point for validation, audit, and routing.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955280" y="5687568"/>
            <a:ext cx="3959352" cy="914400"/>
          </a:xfrm>
          <a:prstGeom prst="rect">
            <a:avLst/>
          </a:prstGeom>
          <a:solidFill>
            <a:srgbClr val="F0F0F0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083296" y="5742432"/>
            <a:ext cx="3776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Loose Coupling + Extensible Pattern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8083296" y="5961888"/>
            <a:ext cx="3776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Subscribing apps (DSH, DTB) consume MQ events independently. New apps subscribe without any change to DSH or UAP.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74320" y="6675120"/>
            <a:ext cx="11640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arrow → synchronous call   ·   Downward arrow → async publish   ·   Horizontal bus → subscribe fan-out   ·   Dark box → active component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2026-09-24T18:02:47Z</dcterms:created>
  <dcterms:modified xsi:type="dcterms:W3CDTF">2026-09-24T18:02:47Z</dcterms:modified>
</cp:coreProperties>
</file>