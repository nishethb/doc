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User Session Attribute Update — UAP &amp; MQ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11480"/>
            <a:ext cx="1161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language preference propagation: DSH → UAP (orchestration) → AIC via IDM API + MQ topic → subscribing applications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2377440" cy="1042416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822960"/>
            <a:ext cx="2377440" cy="4795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" y="1344168"/>
            <a:ext cx="2157984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" y="1365016"/>
            <a:ext cx="2377440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portal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(language preference UI)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78608" y="1344168"/>
            <a:ext cx="3840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962656" y="1303020"/>
            <a:ext cx="109728" cy="82296"/>
          </a:xfrm>
          <a:prstGeom prst="triangle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6312" y="11704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072384" y="822960"/>
            <a:ext cx="2926080" cy="104241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72384" y="822960"/>
            <a:ext cx="2926080" cy="4795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 Layer)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1344168"/>
            <a:ext cx="2706624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72384" y="1365016"/>
            <a:ext cx="2926080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profile mgmt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event hub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98464" y="1344168"/>
            <a:ext cx="3840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6382512" y="1303020"/>
            <a:ext cx="109728" cy="82296"/>
          </a:xfrm>
          <a:prstGeom prst="triangle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16168" y="11704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 API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92240" y="822960"/>
            <a:ext cx="2560320" cy="1042416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822960"/>
            <a:ext cx="2560320" cy="4795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PingOne AIC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01968" y="1344168"/>
            <a:ext cx="2340864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1365016"/>
            <a:ext cx="2560320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IDM 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344168"/>
            <a:ext cx="40233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9454896" y="1303020"/>
            <a:ext cx="109728" cy="82296"/>
          </a:xfrm>
          <a:prstGeom prst="triangle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79408" y="11704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564624" y="822960"/>
            <a:ext cx="2487168" cy="1042416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64624" y="822960"/>
            <a:ext cx="2487168" cy="4795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Topic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74352" y="1344168"/>
            <a:ext cx="226771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64624" y="1365016"/>
            <a:ext cx="2487168" cy="45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language_change event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message broker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18104" y="566928"/>
            <a:ext cx="2834640" cy="219456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18104" y="56692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Update AIC via IDM API · Publish MQ event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35424" y="1865376"/>
            <a:ext cx="0" cy="237744"/>
          </a:xfrm>
          <a:prstGeom prst="line">
            <a:avLst/>
          </a:prstGeom>
          <a:noFill/>
          <a:ln w="12700">
            <a:solidFill>
              <a:srgbClr val="D4A0A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808208" y="1865376"/>
            <a:ext cx="0" cy="237744"/>
          </a:xfrm>
          <a:prstGeom prst="line">
            <a:avLst/>
          </a:prstGeom>
          <a:noFill/>
          <a:ln w="12700">
            <a:solidFill>
              <a:srgbClr val="D4A0A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560320" y="2103120"/>
            <a:ext cx="3950208" cy="731520"/>
          </a:xfrm>
          <a:prstGeom prst="rect">
            <a:avLst/>
          </a:prstGeom>
          <a:solidFill>
            <a:srgbClr val="F9ECEE"/>
          </a:solidFill>
          <a:ln w="19050">
            <a:solidFill>
              <a:srgbClr val="A6192E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2560320" y="2103120"/>
            <a:ext cx="3950208" cy="32186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Profile Attributes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88336" y="2468880"/>
            <a:ext cx="3694176" cy="0"/>
          </a:xfrm>
          <a:prstGeom prst="line">
            <a:avLst/>
          </a:prstGeom>
          <a:noFill/>
          <a:ln w="6350">
            <a:solidFill>
              <a:srgbClr val="D4A0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60320" y="2483510"/>
            <a:ext cx="3950208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· notification prefs · any user attribute — same pattern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0" y="2103120"/>
            <a:ext cx="3822192" cy="731520"/>
          </a:xfrm>
          <a:prstGeom prst="rect">
            <a:avLst/>
          </a:prstGeom>
          <a:solidFill>
            <a:srgbClr val="F9ECEE"/>
          </a:solidFill>
          <a:ln w="19050">
            <a:solidFill>
              <a:srgbClr val="A6192E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8229600" y="2103120"/>
            <a:ext cx="3822192" cy="32186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Applications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57616" y="2468880"/>
            <a:ext cx="3566160" cy="0"/>
          </a:xfrm>
          <a:prstGeom prst="line">
            <a:avLst/>
          </a:prstGeom>
          <a:noFill/>
          <a:ln w="6350">
            <a:solidFill>
              <a:srgbClr val="D4A0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0" y="2483510"/>
            <a:ext cx="3822192" cy="321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· DTB · future apps — subscribe to MQ topic, no direct UAP/LDAP dependency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1168" y="2962656"/>
            <a:ext cx="11759184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D4A0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2962656"/>
            <a:ext cx="91440" cy="38404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7472" y="2962656"/>
            <a:ext cx="11576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UAP changes when the identity provider or message broker is replaced — DSH and subscribing apps remain unchanged.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201168" y="3474720"/>
            <a:ext cx="1175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" y="3730752"/>
            <a:ext cx="5705856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74320" y="37307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changes trigger async MQ events — no polling required by consuming applications.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1168" y="4041648"/>
            <a:ext cx="5705856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4320" y="40416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as Orchestrator: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profile update requests flow through UAP — single control point for validation, audit, and routing.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1168" y="4352544"/>
            <a:ext cx="5705856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4320" y="435254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apps (DSH, DTB) consume MQ events independently — no direct dependency on UAP or LDAP.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63056" y="3730752"/>
            <a:ext cx="5705856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36208" y="37307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as Identity Store: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attribute persisted in AIC via IDM API, ensuring consistency across the CIAM platform.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63056" y="4041648"/>
            <a:ext cx="5705856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36208" y="40416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Propagation: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 subscribe to the MQ topic without any change to DSH or UAP.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63056" y="4352544"/>
            <a:ext cx="5705856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36208" y="435254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Pattern: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supports future profile attributes (timezone, notification preferences, etc.).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2026-09-24T15:35:18Z</dcterms:created>
  <dcterms:modified xsi:type="dcterms:W3CDTF">2026-09-24T15:35:18Z</dcterms:modified>
</cp:coreProperties>
</file>