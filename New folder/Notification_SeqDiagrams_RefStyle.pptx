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10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54864"/>
            <a:ext cx="11640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User Notification Flow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93776"/>
            <a:ext cx="1164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Welcome Email  ·  Temporary Password  ·  Mobile Token at Login  ·  Mobile Token Activation  ·  Phone Number Update  ·  Online Transaction Confirmation  ·  Maintenance Notification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64592" y="658368"/>
            <a:ext cx="169164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" y="658368"/>
            <a:ext cx="1691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10412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029968" y="658368"/>
            <a:ext cx="169164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29968" y="658368"/>
            <a:ext cx="1691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Portal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75788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895344" y="658368"/>
            <a:ext cx="192024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95344" y="658368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 Notification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55464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035040" y="658368"/>
            <a:ext cx="169164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658368"/>
            <a:ext cx="1691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80860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936992" y="658368"/>
            <a:ext cx="169164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36992" y="658368"/>
            <a:ext cx="1691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82812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10412" y="1476429"/>
            <a:ext cx="186537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20" name="Text 18"/>
          <p:cNvSpPr txBox="1"/>
          <p:nvPr/>
        </p:nvSpPr>
        <p:spPr>
          <a:xfrm>
            <a:off x="1065276" y="127469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User/admin  performs a business 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75788" y="1795054"/>
            <a:ext cx="197967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 txBox="1"/>
          <p:nvPr/>
        </p:nvSpPr>
        <p:spPr>
          <a:xfrm>
            <a:off x="2930652" y="1621601"/>
            <a:ext cx="19065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calls EIP Notification API 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7603" y="2121601"/>
            <a:ext cx="1920240" cy="237744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49015" y="2140451"/>
            <a:ext cx="1798827" cy="195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evaluates notification policy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55464" y="2798064"/>
            <a:ext cx="202539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28" name="Text 26"/>
          <p:cNvSpPr txBox="1"/>
          <p:nvPr/>
        </p:nvSpPr>
        <p:spPr>
          <a:xfrm>
            <a:off x="4910328" y="2615184"/>
            <a:ext cx="1952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forwards notification request 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80860" y="3163824"/>
            <a:ext cx="19019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30" name="Text 28"/>
          <p:cNvSpPr txBox="1"/>
          <p:nvPr/>
        </p:nvSpPr>
        <p:spPr>
          <a:xfrm>
            <a:off x="6935724" y="29809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retrieves notification template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80860" y="3529584"/>
            <a:ext cx="19019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arrow"/>
            <a:tailEnd type="none"/>
          </a:ln>
        </p:spPr>
      </p:sp>
      <p:sp>
        <p:nvSpPr>
          <p:cNvPr id="32" name="Text 30"/>
          <p:cNvSpPr txBox="1"/>
          <p:nvPr/>
        </p:nvSpPr>
        <p:spPr>
          <a:xfrm>
            <a:off x="6916870" y="33776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returns matching template 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05864" y="3865560"/>
            <a:ext cx="1719072" cy="237744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98995" y="3874985"/>
            <a:ext cx="16459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binds payload data to template  generates email content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80860" y="4477922"/>
            <a:ext cx="337870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36" name="Text 34"/>
          <p:cNvSpPr txBox="1"/>
          <p:nvPr/>
        </p:nvSpPr>
        <p:spPr>
          <a:xfrm>
            <a:off x="6935724" y="4285617"/>
            <a:ext cx="3305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dispatches email notification to recipient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296144" y="437988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55464" y="4626864"/>
            <a:ext cx="202539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arrow"/>
            <a:tailEnd type="none"/>
          </a:ln>
        </p:spPr>
      </p:sp>
      <p:sp>
        <p:nvSpPr>
          <p:cNvPr id="39" name="Text 37"/>
          <p:cNvSpPr txBox="1"/>
          <p:nvPr/>
        </p:nvSpPr>
        <p:spPr>
          <a:xfrm>
            <a:off x="4910328" y="4663440"/>
            <a:ext cx="19522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returns delivery status / ACK 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75788" y="4992624"/>
            <a:ext cx="197967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arrow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2930652" y="5029200"/>
            <a:ext cx="19065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success acknowledgement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142190" y="5272031"/>
            <a:ext cx="1645920" cy="237744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216470" y="5290882"/>
            <a:ext cx="1572768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logs the notification submission status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10412" y="5733571"/>
            <a:ext cx="186537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arrow"/>
            <a:tailEnd type="none"/>
          </a:ln>
        </p:spPr>
      </p:sp>
      <p:sp>
        <p:nvSpPr>
          <p:cNvPr id="45" name="Text 43"/>
          <p:cNvSpPr txBox="1"/>
          <p:nvPr/>
        </p:nvSpPr>
        <p:spPr>
          <a:xfrm>
            <a:off x="1065276" y="5789001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Display confirmation 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74320" y="6510528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solid → request / call   ·   Black dashed → response / return   ·   Red-tint box → processing step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54864"/>
            <a:ext cx="11640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Operational Support Notification Flow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93776"/>
            <a:ext cx="1164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Batch Job Error  ·  Batch Job Success  ·  User Deletion Notification  ·  RSA Auth Failure  ·  Downstream Service Failure  ·  Device Deletion Failure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9728" y="658368"/>
            <a:ext cx="187452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" y="658368"/>
            <a:ext cx="18745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Process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46988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148840" y="658368"/>
            <a:ext cx="164592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658368"/>
            <a:ext cx="16459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AIC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959352" y="658368"/>
            <a:ext cx="182880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59352" y="658368"/>
            <a:ext cx="18288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 Notification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73752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989320" y="658368"/>
            <a:ext cx="1627632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658368"/>
            <a:ext cx="162763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790688" y="658368"/>
            <a:ext cx="1536192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90688" y="658368"/>
            <a:ext cx="15361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58784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491472" y="658368"/>
            <a:ext cx="169164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91472" y="658368"/>
            <a:ext cx="1691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337292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13116" y="1399507"/>
            <a:ext cx="2026768" cy="254335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834" y="1422126"/>
            <a:ext cx="2153373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Batch process or integration workflow executes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46988" y="2139696"/>
            <a:ext cx="192481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27" name="Text 25"/>
          <p:cNvSpPr txBox="1"/>
          <p:nvPr/>
        </p:nvSpPr>
        <p:spPr>
          <a:xfrm>
            <a:off x="1101852" y="1947392"/>
            <a:ext cx="18516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Event notification trigger sent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77572" y="2295427"/>
            <a:ext cx="1600200" cy="237744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61281" y="2314281"/>
            <a:ext cx="1527048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prepares payload for report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71800" y="2944368"/>
            <a:ext cx="19019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31" name="Text 29"/>
          <p:cNvSpPr txBox="1"/>
          <p:nvPr/>
        </p:nvSpPr>
        <p:spPr>
          <a:xfrm>
            <a:off x="3026664" y="2761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invoke EIP Notification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89331" y="3128380"/>
            <a:ext cx="1755648" cy="237744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89331" y="3137807"/>
            <a:ext cx="1879325" cy="237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EIP validates the request and payload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71800" y="3749040"/>
            <a:ext cx="19019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arrow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3026664" y="3549941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returns acknowledgement 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70179" y="4187581"/>
            <a:ext cx="1600200" cy="237744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406757" y="4187581"/>
            <a:ext cx="1527048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Notification request logged 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73752" y="4553712"/>
            <a:ext cx="192938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39" name="Text 37"/>
          <p:cNvSpPr txBox="1"/>
          <p:nvPr/>
        </p:nvSpPr>
        <p:spPr>
          <a:xfrm>
            <a:off x="4928616" y="437083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9.forwards notification request to SEM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03136" y="4956048"/>
            <a:ext cx="17556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41" name="Text 39"/>
          <p:cNvSpPr txBox="1"/>
          <p:nvPr/>
        </p:nvSpPr>
        <p:spPr>
          <a:xfrm>
            <a:off x="6858000" y="47731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retrieve notification template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03136" y="5414946"/>
            <a:ext cx="17556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arrow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6858000" y="5234701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returns matching template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03136" y="5883271"/>
            <a:ext cx="353415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45" name="Text 43"/>
          <p:cNvSpPr txBox="1"/>
          <p:nvPr/>
        </p:nvSpPr>
        <p:spPr>
          <a:xfrm>
            <a:off x="6858000" y="5709818"/>
            <a:ext cx="34610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dispatches notification — Support Team receives alert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74320" y="6510528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solid → request / call   ·   Black dashed → response / return   ·   Red-tint box → processing step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54864"/>
            <a:ext cx="11640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Entitlement Report Notification Flow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93776"/>
            <a:ext cx="1164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report generation via WCA Batch Job → BOB → GIS  ·  Notification delivered via EIP → SEM (OMM template selection)  ·  ALT: OUEA Report  ·  SSOA Report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91440" y="658368"/>
            <a:ext cx="150876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" y="658368"/>
            <a:ext cx="15087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Admin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5820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719072" y="658368"/>
            <a:ext cx="118872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19072" y="658368"/>
            <a:ext cx="118872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13432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035808" y="658368"/>
            <a:ext cx="132588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35808" y="658368"/>
            <a:ext cx="1325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UAP Batch Job Process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98748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480560" y="658368"/>
            <a:ext cx="1207008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658368"/>
            <a:ext cx="120700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84064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806440" y="658368"/>
            <a:ext cx="1115568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658368"/>
            <a:ext cx="1115568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64224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059168" y="658368"/>
            <a:ext cx="146304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658368"/>
            <a:ext cx="14630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 Notification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90688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650224" y="658368"/>
            <a:ext cx="132588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50224" y="658368"/>
            <a:ext cx="1325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13164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104120" y="658368"/>
            <a:ext cx="1920240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04120" y="658368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064240" y="1225296"/>
            <a:ext cx="0" cy="4828032"/>
          </a:xfrm>
          <a:prstGeom prst="line">
            <a:avLst/>
          </a:prstGeom>
          <a:noFill/>
          <a:ln w="12700">
            <a:solidFill>
              <a:srgbClr val="B0B0B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45820" y="1335024"/>
            <a:ext cx="146761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29" name="Text 27"/>
          <p:cNvSpPr txBox="1"/>
          <p:nvPr/>
        </p:nvSpPr>
        <p:spPr>
          <a:xfrm>
            <a:off x="900684" y="1152144"/>
            <a:ext cx="13944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submits report request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19203" y="1437023"/>
            <a:ext cx="1170432" cy="237744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02913" y="1446450"/>
            <a:ext cx="109728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UAP stores report request details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313432" y="1956816"/>
            <a:ext cx="138531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33" name="Text 31"/>
          <p:cNvSpPr txBox="1"/>
          <p:nvPr/>
        </p:nvSpPr>
        <p:spPr>
          <a:xfrm>
            <a:off x="2368296" y="1773936"/>
            <a:ext cx="1312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identifies pending report requests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98748" y="2267712"/>
            <a:ext cx="138531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35" name="Text 33"/>
          <p:cNvSpPr txBox="1"/>
          <p:nvPr/>
        </p:nvSpPr>
        <p:spPr>
          <a:xfrm>
            <a:off x="3753612" y="2084832"/>
            <a:ext cx="1312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 Batch Job invokes BOB report generation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89834" y="2379138"/>
            <a:ext cx="1445273" cy="206249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55820" y="2388565"/>
            <a:ext cx="1406156" cy="228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generates entitlement report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84064" y="2889504"/>
            <a:ext cx="12801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39" name="Text 37"/>
          <p:cNvSpPr txBox="1"/>
          <p:nvPr/>
        </p:nvSpPr>
        <p:spPr>
          <a:xfrm>
            <a:off x="5138928" y="270662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6.stores generated report 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98748" y="3200400"/>
            <a:ext cx="266547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arrow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3725331" y="3057863"/>
            <a:ext cx="25923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retrieves report status and completion details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34835" y="3472084"/>
            <a:ext cx="1325880" cy="237744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171411" y="3490938"/>
            <a:ext cx="1252728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UPA prepares  payload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98748" y="3982451"/>
            <a:ext cx="40919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45" name="Text 43"/>
          <p:cNvSpPr txBox="1"/>
          <p:nvPr/>
        </p:nvSpPr>
        <p:spPr>
          <a:xfrm>
            <a:off x="3753612" y="3808998"/>
            <a:ext cx="40187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invokes EIP Notification API with report details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98748" y="4331050"/>
            <a:ext cx="40919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arrow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3753612" y="4179091"/>
            <a:ext cx="40187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returns acknowledgement to Batch Job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90688" y="4509973"/>
            <a:ext cx="152247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49" name="Text 47"/>
          <p:cNvSpPr txBox="1"/>
          <p:nvPr/>
        </p:nvSpPr>
        <p:spPr>
          <a:xfrm>
            <a:off x="7845552" y="4336520"/>
            <a:ext cx="14493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forwards notification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313164" y="4754880"/>
            <a:ext cx="175107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</p:sp>
      <p:sp>
        <p:nvSpPr>
          <p:cNvPr id="51" name="Text 49"/>
          <p:cNvSpPr txBox="1"/>
          <p:nvPr/>
        </p:nvSpPr>
        <p:spPr>
          <a:xfrm>
            <a:off x="9368028" y="4572000"/>
            <a:ext cx="1677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retrieves  template from OMM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313164" y="5065776"/>
            <a:ext cx="175107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arrow"/>
            <a:tailEnd type="none"/>
          </a:ln>
        </p:spPr>
      </p:sp>
      <p:sp>
        <p:nvSpPr>
          <p:cNvPr id="53" name="Text 51"/>
          <p:cNvSpPr txBox="1"/>
          <p:nvPr/>
        </p:nvSpPr>
        <p:spPr>
          <a:xfrm>
            <a:off x="9368028" y="4885532"/>
            <a:ext cx="16779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returns matching template 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81606" y="5290319"/>
            <a:ext cx="1751071" cy="326907"/>
          </a:xfrm>
          <a:prstGeom prst="rect">
            <a:avLst/>
          </a:prstGeom>
          <a:solidFill>
            <a:srgbClr val="F9ECEE"/>
          </a:solidFill>
          <a:ln w="6350">
            <a:solidFill>
              <a:srgbClr val="D4A0A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371006" y="5365738"/>
            <a:ext cx="1733113" cy="219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binds data and dispatches notification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45820" y="5876107"/>
            <a:ext cx="84673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arrow"/>
            <a:tailEnd type="none"/>
          </a:ln>
        </p:spPr>
      </p:sp>
      <p:sp>
        <p:nvSpPr>
          <p:cNvPr id="57" name="Text 55"/>
          <p:cNvSpPr txBox="1"/>
          <p:nvPr/>
        </p:nvSpPr>
        <p:spPr>
          <a:xfrm>
            <a:off x="900684" y="5724144"/>
            <a:ext cx="8394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Administrator receives report availability notification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274320" y="6510528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solid → request / call   ·   Black dashed → response / return   ·   Red-tint box → processing step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449</Words>
  <Application>Microsoft Office PowerPoint</Application>
  <PresentationFormat>Widescreen</PresentationFormat>
  <Paragraphs>79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7</cp:revision>
  <dcterms:created xsi:type="dcterms:W3CDTF">2026-09-03T09:40:26Z</dcterms:created>
  <dcterms:modified xsi:type="dcterms:W3CDTF">2026-09-03T11:46:01Z</dcterms:modified>
</cp:coreProperties>
</file>