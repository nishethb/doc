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6576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Layered Architecture – Component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402336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design with vendor-abstracted identity services and future platform flexibility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108960" cy="1005840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29260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processes 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administration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078992"/>
            <a:ext cx="3474720" cy="1005840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0789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Service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536192"/>
            <a:ext cx="329184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57276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orchestration, transformation,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handling, vendor abstraction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078992"/>
            <a:ext cx="3749040" cy="1005840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0789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PingOne AIC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536192"/>
            <a:ext cx="35661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57276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REST APIs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identity services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29000" y="1581912"/>
            <a:ext cx="502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9903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06640" y="1581912"/>
            <a:ext cx="6858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39903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0" y="2084832"/>
            <a:ext cx="0" cy="749808"/>
          </a:xfrm>
          <a:prstGeom prst="line">
            <a:avLst/>
          </a:prstGeom>
          <a:noFill/>
          <a:ln w="12700">
            <a:solidFill>
              <a:srgbClr val="A6192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966960" y="2084832"/>
            <a:ext cx="0" cy="749808"/>
          </a:xfrm>
          <a:prstGeom prst="line">
            <a:avLst/>
          </a:prstGeom>
          <a:noFill/>
          <a:ln w="12700">
            <a:solidFill>
              <a:srgbClr val="A6192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749040" y="2834640"/>
            <a:ext cx="8138160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A6192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749040" y="288950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Identity Platform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86200" y="3273552"/>
            <a:ext cx="7863840" cy="0"/>
          </a:xfrm>
          <a:prstGeom prst="line">
            <a:avLst/>
          </a:prstGeom>
          <a:noFill/>
          <a:ln w="6350">
            <a:solidFill>
              <a:srgbClr val="D4A0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31012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identity provider (e.g. ForgeRock, Okta) — drop-in replacement via adapter pattern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977640"/>
            <a:ext cx="813816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D4A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3977640"/>
            <a:ext cx="109728" cy="5486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397764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Service / Adapter Layer changes if the identity platform is replaced.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727448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502005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502005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business-facing interactions; shields business logic from identity vendor changes.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529437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529437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API orchestration, request routing, and cross-cutting concerns.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556869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556869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Design: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 per identity provider; swappable without altering business logic.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584301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584301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Orchestration: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composes multiple PingOne AIC calls into single business operations.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502005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502005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error transformation; vendor errors mapped to standardised UAP codes.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529437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529437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Abstraction: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provider-specific details encapsulated in the Adapter Layer.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63640" y="556869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556869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Flexibility: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identity platform = new adapter; business and service layers unchanged.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5843016"/>
            <a:ext cx="5715000" cy="2468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5843016"/>
            <a:ext cx="5605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Business Impact: </a:t>
            </a:r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migration is transparent to upstream consumers of UAP APIs.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6576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Service Layer Integration – Sequence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402336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call flow from business layer through adapter to PingOne AIC with response propagation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645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5669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29968" y="566928"/>
            <a:ext cx="182880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566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566928"/>
            <a:ext cx="21031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5669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Service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PingOne AIC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68512" y="566928"/>
            <a:ext cx="21031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668512" y="5669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Identity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944368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20640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406640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720072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05840" y="1389888"/>
            <a:ext cx="193852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207008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identity operation (e.g. create user)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12848" y="1133856"/>
            <a:ext cx="146304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11338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business rules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44368" y="1792224"/>
            <a:ext cx="217627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1609344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operation request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7680" y="1536192"/>
            <a:ext cx="164592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15361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adapter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20640" y="2194560"/>
            <a:ext cx="22860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011680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/v1/users  [PingOne REST]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0" y="1938528"/>
            <a:ext cx="164592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938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identity record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0" y="2596896"/>
            <a:ext cx="22860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892040" y="2633472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 {userId, status}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97680" y="2743200"/>
            <a:ext cx="164592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27432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response → UAP model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44368" y="2999232"/>
            <a:ext cx="217627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660904" y="3035808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UAP response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12848" y="3145536"/>
            <a:ext cx="146304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12848" y="31455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business logic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05840" y="3401568"/>
            <a:ext cx="1938528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03504" y="3438144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result to caller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944368" y="3803904"/>
            <a:ext cx="217627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60904" y="3621024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post-operation hooks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20640" y="4206240"/>
            <a:ext cx="22860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023360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 [POST /audit]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120640" y="4608576"/>
            <a:ext cx="22860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892040" y="4645152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120640" y="5010912"/>
            <a:ext cx="45994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4828032"/>
            <a:ext cx="459943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adapter call (if migrating)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120640" y="5413248"/>
            <a:ext cx="459943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5120640" y="5449824"/>
            <a:ext cx="459943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response from future platform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82880" y="6601968"/>
            <a:ext cx="1182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solid → request / call   ·   Black dashed → response / return   ·   Red-tint box → processing step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6576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API Orchestration &amp; Error Handling – Sequence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402336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orchestration with centralised error mapping and audit logging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645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5669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29968" y="566928"/>
            <a:ext cx="182880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566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566928"/>
            <a:ext cx="21031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5669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Service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PingOne AIC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68512" y="566928"/>
            <a:ext cx="21031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68512" y="5669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944368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20640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406640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720072" y="1042416"/>
            <a:ext cx="0" cy="5522976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05840" y="1389888"/>
            <a:ext cx="193852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207008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complex operation (multi-step)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12848" y="1133856"/>
            <a:ext cx="146304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11338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sub-tasks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44368" y="1792224"/>
            <a:ext cx="217627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1609344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Step 1: fetch user profile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0" y="2194560"/>
            <a:ext cx="22860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011680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/v1/users/{id}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20640" y="2596896"/>
            <a:ext cx="22860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892040" y="2633472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{profile}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20640" y="2999232"/>
            <a:ext cx="22860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816352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Step 2: update entitlements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0" y="2743200"/>
            <a:ext cx="164592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7432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entitlement changes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20640" y="3401568"/>
            <a:ext cx="22860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892040" y="3438144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{entitlements}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97680" y="3547872"/>
            <a:ext cx="164592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35478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validate combined response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944368" y="3803904"/>
            <a:ext cx="217627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660904" y="3840480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20640" y="4206240"/>
            <a:ext cx="45994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023360"/>
            <a:ext cx="459943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operation (success / failure)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20640" y="4608576"/>
            <a:ext cx="459943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120640" y="4645152"/>
            <a:ext cx="459943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20640" y="5010912"/>
            <a:ext cx="22860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828032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scenario: provider timeout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297680" y="4754880"/>
            <a:ext cx="1645920" cy="237744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47548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UAP error code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44368" y="5413248"/>
            <a:ext cx="217627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2660904" y="5449824"/>
            <a:ext cx="2743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error  {uapCode, message}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82880" y="6601968"/>
            <a:ext cx="1182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solid → request / call   ·   Black dashed → response / return   ·   Red-tint box → processing step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2026-09-24T12:55:25Z</dcterms:created>
  <dcterms:modified xsi:type="dcterms:W3CDTF">2026-09-24T12:55:25Z</dcterms:modified>
</cp:coreProperties>
</file>