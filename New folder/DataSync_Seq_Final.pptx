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511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45720"/>
            <a:ext cx="11676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</a:rPr>
              <a:t>Sequence Diagram — Data Sync: OOTB Connector (Connected Applications)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56032" y="521208"/>
            <a:ext cx="1167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PingIDM 7.2  ·  OOTB connectors reside in CIA, configured against RCS  ·  Target receives synchronous REST / SCIM / SOAP / LDAP calls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560320" cy="530352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PingIDM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(CIA)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Reconciliation &amp; LiveSync engine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46704" y="804672"/>
            <a:ext cx="2560320" cy="530352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46704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(On-Premises)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Remote Connector Server — wss://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37376" y="804672"/>
            <a:ext cx="2560320" cy="530352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Connector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LDAP / SCIM / DB Table / CSV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528048" y="804672"/>
            <a:ext cx="2560320" cy="530352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8048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Connected system — live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36192" y="1335024"/>
            <a:ext cx="0" cy="5175504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626864" y="1335024"/>
            <a:ext cx="0" cy="5175504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717536" y="1335024"/>
            <a:ext cx="0" cy="5175504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808208" y="1335024"/>
            <a:ext cx="0" cy="5175504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28016" y="1417320"/>
            <a:ext cx="11786616" cy="182880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3560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A6192E"/>
                </a:solidFill>
              </a:rPr>
              <a:t>▶  Path 1 — LiveSync (Real-Time): Changelog event detected → immediate provisioning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99616" y="1609344"/>
            <a:ext cx="73152" cy="1664208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0288" y="1901952"/>
            <a:ext cx="73152" cy="109728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94560"/>
            <a:ext cx="82298" cy="566928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2194560"/>
            <a:ext cx="45719" cy="566928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7632" y="1517904"/>
            <a:ext cx="29260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1. LiveSync engine detects changelog event on managed object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536192" y="2011680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591056" y="1801368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2. Dispatch provisioning request to RCS via wss:// (TLS encrypted WebSocket)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26864" y="2304288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681728" y="2093976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3. RCS routes call to OOTB Connector — pre-configured, no Groovy scripts needed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717536" y="2512053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772400" y="2301741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4. OOTB Connector executes operation on target  (CREATE / UPDATE / DELETE)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 flipH="1">
            <a:off x="7717536" y="2691537"/>
            <a:ext cx="3090672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819535" y="2481225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5. Target returns result  (200 OK / error code)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 flipH="1">
            <a:off x="1536192" y="2899868"/>
            <a:ext cx="3090672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591056" y="2689556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6. RCS confirms provisioning complete — LiveSync cycle closed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01168" y="3273552"/>
            <a:ext cx="11786616" cy="3127248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319272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B00"/>
                </a:solidFill>
              </a:rPr>
              <a:t>▶  Path 2 — Scheduled Reconciliation: Cron/interval batch — compare source vs target state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99616" y="3383280"/>
            <a:ext cx="73152" cy="2980944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3675888"/>
            <a:ext cx="73152" cy="2176272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3968496"/>
            <a:ext cx="73152" cy="1609344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71632" y="4261104"/>
            <a:ext cx="73152" cy="1042416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27632" y="3291840"/>
            <a:ext cx="29260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9. Scheduled reconciliation job fires (cron expression configured in IDM scheduler)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536192" y="3785616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591056" y="3575304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10. Call SEARCH on OOTB Connector via RCS — request full object enumeration from target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26864" y="4078224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681728" y="3867912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11. RCS routes SEARCH to OOTB Connector — executes full query on target system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717536" y="4370832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772400" y="4160520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12. OOTB Connector enumerates all accounts  (paginated if supported by target)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 flipH="1">
            <a:off x="7717536" y="4663440"/>
            <a:ext cx="3090672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772400" y="4453128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13. Target returns full result set to OOTB Connector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 flipH="1">
            <a:off x="4626864" y="4956048"/>
            <a:ext cx="3090672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681728" y="4745736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14. ConnectorObjects streamed back to RCS → PingIDM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27632" y="4992624"/>
            <a:ext cx="601675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15. IDM assesses each object: CONFIRMED / SOURCE_MISSING / TARGET_MISSING / AMBIGUOUS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536192" y="5468112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591056" y="5257800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16. For each delta: dispatch CREATE / UPDATE / DELETE provisioning call to RCS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26864" y="5742432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4681728" y="5532120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17. RCS routes delta operation to OOTB Connector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717536" y="6016752"/>
            <a:ext cx="309067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772400" y="5806440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18. OOTB Connector applies delta to target  (update attributes / set account status)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 flipH="1">
            <a:off x="1536192" y="6254496"/>
            <a:ext cx="3090672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1591056" y="6044184"/>
            <a:ext cx="2980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19. Reconciliation report written — audit log updated — recon cycle complete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56032" y="6629400"/>
            <a:ext cx="1167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</a:rPr>
              <a:t>Pink = LiveSync path  ·  Amber = Reconciliation path  ·  Solid red arrow = request/call  ·  Dashed grey arrow = response/return  ·  Activation box = component active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45720"/>
            <a:ext cx="11676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</a:rPr>
              <a:t>Sequence Diagram — Data Sync: Scripted Connectors (Scripted REST &amp; Scripted SQL)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56032" y="521208"/>
            <a:ext cx="1167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PingIDM 7.2  ·  Scripted connectors fully reside on RCS  ·  Custom Groovy scripts per ICF operation  ·  Apache HTTP Client (REST) / Tomcat JDBC Pool (SQL)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60020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04672"/>
            <a:ext cx="1600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PingIDM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(CIA)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Reconciliation &amp; LiveSync engine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5144" y="804672"/>
            <a:ext cx="160020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95144" y="804672"/>
            <a:ext cx="1600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(On-Premises)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Hosts Groovy scripts &amp; connectors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34256" y="804672"/>
            <a:ext cx="160020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804672"/>
            <a:ext cx="1600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Scripted 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Connector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Groovy + Apache HTTP Client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73368" y="804672"/>
            <a:ext cx="160020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804672"/>
            <a:ext cx="1600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Scripted 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Connector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Groovy + Tomcat JDBC Pool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804672"/>
            <a:ext cx="160020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804672"/>
            <a:ext cx="1600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 API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Custom / in-house REST app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51592" y="804672"/>
            <a:ext cx="160020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51592" y="804672"/>
            <a:ext cx="1600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Oracle / MySQL / MSSQL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56132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095244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34356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73468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212580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251692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" y="1426464"/>
            <a:ext cx="11786616" cy="2377440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472184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5FA5"/>
                </a:solidFill>
              </a:rPr>
              <a:t>▶  Path A — Scripted REST Connector  ·  Groovy HTTP scripts  ·  CustomizerScript: OAuth2 + HTTP connection pool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19556" y="1645920"/>
            <a:ext cx="73152" cy="2139696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58668" y="1975104"/>
            <a:ext cx="73152" cy="1810512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7780" y="2304288"/>
            <a:ext cx="73152" cy="1463040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76004" y="2852928"/>
            <a:ext cx="73152" cy="530352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7572" y="1554480"/>
            <a:ext cx="7991856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A1. IDM selects Scripted REST connector per sync mapping — dispatches ICF operation via wss://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056132" y="2084832"/>
            <a:ext cx="203911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110996" y="1874520"/>
            <a:ext cx="192938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A2. Dispatch ICF operation request to RCS via wss:// (TLS encrypted WebSocket)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95244" y="2414016"/>
            <a:ext cx="203911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150108" y="2203704"/>
            <a:ext cx="192938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A3. RCS loads Groovy script for operation type  (SearchScript / CreateScript / SyncScript)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186684" y="2432304"/>
            <a:ext cx="7991856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A4. CustomizerScript.init{} configures Apache HTTP pool + OAuth2 Bearer interceptors  (runs once at connector startup)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134356" y="2962656"/>
            <a:ext cx="4078224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189220" y="2752344"/>
            <a:ext cx="396849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A5. Groovy builds HTTP request (GET/POST/PUT/DELETE) via RESTClient → calls target REST API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 flipH="1">
            <a:off x="5134356" y="3273552"/>
            <a:ext cx="4078224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189220" y="3063240"/>
            <a:ext cx="396849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A6. Target REST API returns HTTP response (JSON) — Groovy parses &amp; builds ICF ConnectorObject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186684" y="3273552"/>
            <a:ext cx="7991856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A7. ConnectorObject returned to RCS → IDM applies sync mapping: attribute transform, correlation, situation assessment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 flipH="1">
            <a:off x="3095244" y="3657600"/>
            <a:ext cx="2039112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150108" y="3447288"/>
            <a:ext cx="192938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A8. Groovy returns ConnectorObject / Uid to RCS → RCS returns result to IDM — audit log written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01168" y="3858768"/>
            <a:ext cx="11786616" cy="2542032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90448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36B23"/>
                </a:solidFill>
              </a:rPr>
              <a:t>▶  Path B — Scripted SQL Connector  ·  Groovy JDBC scripts  ·  Tomcat JDBC pool  ·  Delta polling via UAP_CHANGELOG (SyncToken watermark)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19556" y="3986784"/>
            <a:ext cx="73152" cy="2450592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58668" y="4315968"/>
            <a:ext cx="73152" cy="1938528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6892" y="4645152"/>
            <a:ext cx="73152" cy="1591056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15116" y="5193792"/>
            <a:ext cx="73152" cy="530352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7572" y="4008468"/>
            <a:ext cx="1003096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B1. IDM selects Scripted SQL connector — dispatches SYNC (liveSync delta poll) or SEARCH (reconciliation)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56132" y="4425696"/>
            <a:ext cx="2039112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110996" y="4215384"/>
            <a:ext cx="192938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B2. Dispatch ICF operation request to RCS via wss:// (TLS encrypted)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95244" y="4754880"/>
            <a:ext cx="4078224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3150108" y="4544568"/>
            <a:ext cx="396849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B3. RCS loads Groovy SQL script — acquires JDBC connection from Tomcat connection pool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186684" y="4773168"/>
            <a:ext cx="7991856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B4. SyncScript: SELECT from UAP_CHANGELOG WHERE CHANGE_ID &gt; token  |  SearchScript: SELECT from UAP_USERS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173468" y="5303520"/>
            <a:ext cx="4078224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7228332" y="5093208"/>
            <a:ext cx="396849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B5. Groovy executes SQL (SELECT / INSERT / UPDATE) on target DB via JDBC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 flipH="1">
            <a:off x="7173468" y="5614416"/>
            <a:ext cx="4078224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228332" y="5404104"/>
            <a:ext cx="396849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B6. JDBC ResultSet returned — Groovy maps rows to ConnectorObject or SyncDelta per row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186684" y="5632704"/>
            <a:ext cx="7991856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B7. SyncDelta carries new SyncToken watermark — IDM advances token after processing each delta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 flipH="1">
            <a:off x="3095244" y="6126480"/>
            <a:ext cx="4078224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3150108" y="5916168"/>
            <a:ext cx="396849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B8. Groovy streams ConnectorObjects / SyncDeltas to RCS handler → RCS returns to IDM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47572" y="6108192"/>
            <a:ext cx="1003096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B9. IDM applies sync mapping — action executed — SyncToken advanced — reconciliation audit log written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56032" y="6629400"/>
            <a:ext cx="1167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</a:rPr>
              <a:t>Blue = Scripted REST  ·  Green = Scripted SQL  ·  Solid = request/call  ·  Dashed = response/return  ·  Both scripted connectors reside fully on RCS — Groovy scripts deployed to scriptRoots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835</Words>
  <Application>Microsoft Office PowerPoint</Application>
  <PresentationFormat>Widescreen</PresentationFormat>
  <Paragraphs>75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2</cp:revision>
  <dcterms:created xsi:type="dcterms:W3CDTF">2026-08-04T18:45:25Z</dcterms:created>
  <dcterms:modified xsi:type="dcterms:W3CDTF">2026-08-05T08:52:14Z</dcterms:modified>
</cp:coreProperties>
</file>