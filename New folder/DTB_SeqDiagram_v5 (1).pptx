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946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36576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Diagram — DTB Mobile Authentication &amp; Token Issuance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384048"/>
            <a:ext cx="11548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Covers: App Launch · Ping SDK Init · AIC Authentication Journey · OAuth 2.0 PKCE Token Flow · Banking Navigation  (Steps 1–13)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64592" y="566928"/>
            <a:ext cx="164592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4592" y="56692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93392" y="566928"/>
            <a:ext cx="201168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93392" y="5669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DTB Mobile App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(CMCCore)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87952" y="566928"/>
            <a:ext cx="182880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87952" y="5669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SDK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99632" y="566928"/>
            <a:ext cx="201168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99632" y="5669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AIC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94192" y="566928"/>
            <a:ext cx="201168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94192" y="5669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8755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99923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10235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20547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40003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87552" y="1463040"/>
            <a:ext cx="191109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2898648" y="14264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33272" y="1316736"/>
            <a:ext cx="19385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launches DTB Mobile App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99232" y="1883664"/>
            <a:ext cx="20025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5001768" y="1847088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02352" y="2304288"/>
            <a:ext cx="20025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7104888" y="2267712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48072" y="2157984"/>
            <a:ext cx="202996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Start AIC Auth Journey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65392" y="2369899"/>
            <a:ext cx="128016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65392" y="2351043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initiated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87552" y="2724912"/>
            <a:ext cx="61173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7104888" y="2688336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33272" y="2578608"/>
            <a:ext cx="614476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Enter credentials / RSA passcode / biometric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65392" y="2852928"/>
            <a:ext cx="128016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65392" y="2852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authentication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202936" y="3145536"/>
            <a:ext cx="20025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 rot="16200000">
            <a:off x="5102352" y="3108960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48072" y="3163824"/>
            <a:ext cx="202996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Auth validated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73952" y="3273552"/>
            <a:ext cx="146304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73952" y="32735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authenticated user session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202936" y="3566160"/>
            <a:ext cx="20025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 rot="16200000">
            <a:off x="5102352" y="352958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148072" y="3584448"/>
            <a:ext cx="202996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Session established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999232" y="3986784"/>
            <a:ext cx="410565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5400000">
            <a:off x="7104888" y="3950208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044952" y="3840480"/>
            <a:ext cx="41330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Initiate OAuth 2.0 Auth Code Flow + PKCE  [via Ping SDK]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19672" y="4114800"/>
            <a:ext cx="137160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19672" y="4114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Authorization Code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099816" y="4407408"/>
            <a:ext cx="410565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 rot="16200000">
            <a:off x="2999232" y="4370832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044952" y="4425696"/>
            <a:ext cx="41330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Authorization Code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999232" y="4828032"/>
            <a:ext cx="410565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5400000">
            <a:off x="7104888" y="4791456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044952" y="4681728"/>
            <a:ext cx="41330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Exchange Auth Code for Tokens  [code + PKCE verifier]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611112" y="4956048"/>
            <a:ext cx="118872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611112" y="49560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tokens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099816" y="5248656"/>
            <a:ext cx="410565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 rot="16200000">
            <a:off x="2999232" y="5212080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044952" y="5287264"/>
            <a:ext cx="41330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Access Token · ID Token · Refresh Token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13432" y="5478272"/>
            <a:ext cx="137160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313432" y="5488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tokens securely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87552" y="6089904"/>
            <a:ext cx="191109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5400000">
            <a:off x="2898648" y="6053328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33272" y="6103858"/>
            <a:ext cx="19385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Select DTB banking functionality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999232" y="6510528"/>
            <a:ext cx="630021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9299448" y="6473952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044952" y="6364224"/>
            <a:ext cx="632764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Initiate DTB access request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182880" y="6601968"/>
            <a:ext cx="1182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solid → request / call   ·   Black dashed → response / return   ·   Red-tint box → processing step</a:t>
            </a:r>
            <a:endParaRPr lang="en-US" sz="900" dirty="0"/>
          </a:p>
        </p:txBody>
      </p:sp>
      <p:sp>
        <p:nvSpPr>
          <p:cNvPr id="68" name="Text 19">
            <a:extLst>
              <a:ext uri="{FF2B5EF4-FFF2-40B4-BE49-F238E27FC236}">
                <a16:creationId xmlns:a16="http://schemas.microsoft.com/office/drawing/2014/main" id="{B9BB3164-DA24-499A-B326-90A86FBBC418}"/>
              </a:ext>
            </a:extLst>
          </p:cNvPr>
          <p:cNvSpPr txBox="1"/>
          <p:nvPr/>
        </p:nvSpPr>
        <p:spPr>
          <a:xfrm>
            <a:off x="3052176" y="1723663"/>
            <a:ext cx="19385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Invoke ping SDK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36576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Diagram — DTB Mobile SAML SSO &amp; Banking API Access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384048"/>
            <a:ext cx="11548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Covers: SAML SP-Initiated Flow · AIC Session Detection · SAML Assertion · DTB Session · User Context · Business APIs  (Steps 14–24)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64592" y="566928"/>
            <a:ext cx="164592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4592" y="56692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93392" y="566928"/>
            <a:ext cx="201168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93392" y="5669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DTB Mobile App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(CMCCore)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87952" y="566928"/>
            <a:ext cx="182880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87952" y="5669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SDK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99632" y="566928"/>
            <a:ext cx="201168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99632" y="5669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AIC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94192" y="566928"/>
            <a:ext cx="201168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94192" y="5669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8755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99923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10235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20547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40003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306056" y="1463040"/>
            <a:ext cx="209397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6200000">
            <a:off x="7205472" y="14264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51192" y="1316736"/>
            <a:ext cx="212140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Redirect auth request to Ping AIC  [SAML SP-Initiated Flow]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28232" y="1627632"/>
            <a:ext cx="155448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8232" y="16276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existing authenticated session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565392" y="2084832"/>
            <a:ext cx="128016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65392" y="20848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SAML Assertion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05472" y="2377440"/>
            <a:ext cx="209397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 rot="5400000">
            <a:off x="9299448" y="23408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51192" y="2395728"/>
            <a:ext cx="212140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SAML Assertion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714232" y="2542032"/>
            <a:ext cx="137160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14232" y="2542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SAML Assertion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668512" y="2999232"/>
            <a:ext cx="146304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68512" y="29992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DTB application session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99816" y="3749040"/>
            <a:ext cx="630021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 rot="16200000">
            <a:off x="2999232" y="37124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044952" y="3767328"/>
            <a:ext cx="632764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 DTB session cookie / token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99232" y="4206240"/>
            <a:ext cx="630021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5400000">
            <a:off x="9299448" y="41696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044952" y="4059936"/>
            <a:ext cx="632764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 Call DTB User Context API  [with DTB session]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77072" y="4370832"/>
            <a:ext cx="164592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77072" y="43708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user context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99816" y="4663440"/>
            <a:ext cx="630021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 rot="16200000">
            <a:off x="2999232" y="46268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044952" y="4681728"/>
            <a:ext cx="632764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 User Profile · Company Info · DTB Entitlements · DTB User Token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999232" y="5120640"/>
            <a:ext cx="630021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5400000">
            <a:off x="9299448" y="50840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044952" y="4974336"/>
            <a:ext cx="632764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 Call DTB business APIs  [DTB session token]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22208" y="5285232"/>
            <a:ext cx="1755648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22208" y="528523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account / payment / transaction data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099816" y="5577840"/>
            <a:ext cx="630021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 rot="16200000">
            <a:off x="2999232" y="55412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044952" y="5596128"/>
            <a:ext cx="632764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 Account · Payment · Transaction information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88136" y="6035040"/>
            <a:ext cx="191109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 rot="16200000">
            <a:off x="987552" y="59984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33272" y="6053328"/>
            <a:ext cx="19385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 Display banking data to user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82880" y="6601968"/>
            <a:ext cx="1182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solid → request / call   ·   Black dashed → response / return   ·   Red-tint box → processing step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339</Words>
  <Application>Microsoft Office PowerPoint</Application>
  <PresentationFormat>Widescreen</PresentationFormat>
  <Paragraphs>52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Nisheeth Bhardwaj</cp:lastModifiedBy>
  <cp:revision>3</cp:revision>
  <dcterms:created xsi:type="dcterms:W3CDTF">2026-09-24T16:29:34Z</dcterms:created>
  <dcterms:modified xsi:type="dcterms:W3CDTF">2026-09-24T16:37:27Z</dcterms:modified>
</cp:coreProperties>
</file>