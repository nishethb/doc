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nk Admin Governance Platform v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Bank Admin, Governance &amp; Platform Integration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Bank Admin Roles  ·  Emulation View  ·  Audit  ·  Role-Based Model  ·  Admin API  ·  Bulk Admin Engine  ·  Email Service  ·  Dynamic Logo Service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060000"/>
            <a:ext cx="5343279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57200" y="1110000"/>
            <a:ext cx="5163279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</a:t>
            </a:r>
          </a:p>
        </p:txBody>
      </p:sp>
      <p:sp>
        <p:nvSpPr>
          <p:cNvPr id="105" name="S105"/>
          <p:cNvSpPr/>
          <p:nvPr/>
        </p:nvSpPr>
        <p:spPr>
          <a:xfrm>
            <a:off x="607200" y="1355000"/>
            <a:ext cx="5043279" cy="5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677200" y="1411100"/>
            <a:ext cx="490327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UAP Admin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677200" y="1653100"/>
            <a:ext cx="4903279" cy="1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Bank admin entry point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All admin capabilities accessed here</a:t>
            </a:r>
          </a:p>
        </p:txBody>
      </p:sp>
      <p:sp>
        <p:nvSpPr>
          <p:cNvPr id="108" name="S108"/>
          <p:cNvSpPr/>
          <p:nvPr/>
        </p:nvSpPr>
        <p:spPr>
          <a:xfrm>
            <a:off x="572200" y="2020000"/>
            <a:ext cx="5113279" cy="44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109"/>
          <p:cNvSpPr/>
          <p:nvPr/>
        </p:nvSpPr>
        <p:spPr>
          <a:xfrm>
            <a:off x="657200" y="2065000"/>
            <a:ext cx="4963279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Admin Capabilities </a:t>
            </a:r>
          </a:p>
        </p:txBody>
      </p:sp>
      <p:sp>
        <p:nvSpPr>
          <p:cNvPr id="110" name="T110"/>
          <p:cNvSpPr/>
          <p:nvPr/>
        </p:nvSpPr>
        <p:spPr>
          <a:xfrm>
            <a:off x="644200" y="2262000"/>
            <a:ext cx="4969279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0" b="1" i="1" dirty="0">
                <a:solidFill>
                  <a:srgbClr val="5A5A5A"/>
                </a:solidFill>
                <a:latin typeface="Calibri"/>
              </a:rPr>
              <a:t>Governance &amp; Access</a:t>
            </a:r>
          </a:p>
        </p:txBody>
      </p:sp>
      <p:sp>
        <p:nvSpPr>
          <p:cNvPr id="111" name="S111"/>
          <p:cNvSpPr/>
          <p:nvPr/>
        </p:nvSpPr>
        <p:spPr>
          <a:xfrm>
            <a:off x="644200" y="2517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2" name="T112"/>
          <p:cNvSpPr/>
          <p:nvPr/>
        </p:nvSpPr>
        <p:spPr>
          <a:xfrm>
            <a:off x="714200" y="2718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Bank Admin
Roles</a:t>
            </a:r>
          </a:p>
        </p:txBody>
      </p:sp>
      <p:sp>
        <p:nvSpPr>
          <p:cNvPr id="113" name="ML113"/>
          <p:cNvSpPr/>
          <p:nvPr/>
        </p:nvSpPr>
        <p:spPr>
          <a:xfrm>
            <a:off x="714200" y="2960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Maintain access model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ACAT SoD enforcement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Role permission checks</a:t>
            </a:r>
          </a:p>
        </p:txBody>
      </p:sp>
      <p:sp>
        <p:nvSpPr>
          <p:cNvPr id="114" name="S114"/>
          <p:cNvSpPr/>
          <p:nvPr/>
        </p:nvSpPr>
        <p:spPr>
          <a:xfrm>
            <a:off x="1904519" y="2517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5" name="T115"/>
          <p:cNvSpPr/>
          <p:nvPr/>
        </p:nvSpPr>
        <p:spPr>
          <a:xfrm>
            <a:off x="1974519" y="2718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Emulation
View</a:t>
            </a:r>
          </a:p>
        </p:txBody>
      </p:sp>
      <p:sp>
        <p:nvSpPr>
          <p:cNvPr id="116" name="ML116"/>
          <p:cNvSpPr/>
          <p:nvPr/>
        </p:nvSpPr>
        <p:spPr>
          <a:xfrm>
            <a:off x="1974519" y="2960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Admin views as user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Session context capture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Read-only browser view</a:t>
            </a:r>
          </a:p>
        </p:txBody>
      </p:sp>
      <p:sp>
        <p:nvSpPr>
          <p:cNvPr id="117" name="S117"/>
          <p:cNvSpPr/>
          <p:nvPr/>
        </p:nvSpPr>
        <p:spPr>
          <a:xfrm>
            <a:off x="3164838" y="2517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18" name="T118"/>
          <p:cNvSpPr/>
          <p:nvPr/>
        </p:nvSpPr>
        <p:spPr>
          <a:xfrm>
            <a:off x="3234838" y="2718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Audit</a:t>
            </a:r>
          </a:p>
        </p:txBody>
      </p:sp>
      <p:sp>
        <p:nvSpPr>
          <p:cNvPr id="119" name="ML119"/>
          <p:cNvSpPr/>
          <p:nvPr/>
        </p:nvSpPr>
        <p:spPr>
          <a:xfrm>
            <a:off x="3234838" y="2960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Track all admin actions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Phone/email update logs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Write to audit store</a:t>
            </a:r>
          </a:p>
        </p:txBody>
      </p:sp>
      <p:sp>
        <p:nvSpPr>
          <p:cNvPr id="120" name="S120"/>
          <p:cNvSpPr/>
          <p:nvPr/>
        </p:nvSpPr>
        <p:spPr>
          <a:xfrm>
            <a:off x="4425157" y="2517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21" name="T121"/>
          <p:cNvSpPr/>
          <p:nvPr/>
        </p:nvSpPr>
        <p:spPr>
          <a:xfrm>
            <a:off x="4495157" y="2718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Role-Based
Model</a:t>
            </a:r>
          </a:p>
        </p:txBody>
      </p:sp>
      <p:sp>
        <p:nvSpPr>
          <p:cNvPr id="122" name="ML122"/>
          <p:cNvSpPr/>
          <p:nvPr/>
        </p:nvSpPr>
        <p:spPr>
          <a:xfrm>
            <a:off x="4495157" y="2960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Map roles to functions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Control bank access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Enforce least privilege</a:t>
            </a:r>
          </a:p>
        </p:txBody>
      </p:sp>
      <p:sp>
        <p:nvSpPr>
          <p:cNvPr id="123" name="T123"/>
          <p:cNvSpPr/>
          <p:nvPr/>
        </p:nvSpPr>
        <p:spPr>
          <a:xfrm>
            <a:off x="644200" y="4426000"/>
            <a:ext cx="4969279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0" b="1" i="1" dirty="0">
                <a:solidFill>
                  <a:srgbClr val="5A5A5A"/>
                </a:solidFill>
                <a:latin typeface="Calibri"/>
              </a:rPr>
              <a:t>Platform &amp; Integration</a:t>
            </a:r>
          </a:p>
        </p:txBody>
      </p:sp>
      <p:sp>
        <p:nvSpPr>
          <p:cNvPr id="124" name="S124"/>
          <p:cNvSpPr/>
          <p:nvPr/>
        </p:nvSpPr>
        <p:spPr>
          <a:xfrm>
            <a:off x="644200" y="4681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25" name="T125"/>
          <p:cNvSpPr/>
          <p:nvPr/>
        </p:nvSpPr>
        <p:spPr>
          <a:xfrm>
            <a:off x="714200" y="4882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Admin API</a:t>
            </a:r>
          </a:p>
        </p:txBody>
      </p:sp>
      <p:sp>
        <p:nvSpPr>
          <p:cNvPr id="126" name="ML126"/>
          <p:cNvSpPr/>
          <p:nvPr/>
        </p:nvSpPr>
        <p:spPr>
          <a:xfrm>
            <a:off x="714200" y="5124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Token-auth REST API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CRUD + role management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Third-party access</a:t>
            </a:r>
          </a:p>
        </p:txBody>
      </p:sp>
      <p:sp>
        <p:nvSpPr>
          <p:cNvPr id="127" name="S127"/>
          <p:cNvSpPr/>
          <p:nvPr/>
        </p:nvSpPr>
        <p:spPr>
          <a:xfrm>
            <a:off x="1904519" y="4681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28" name="T128"/>
          <p:cNvSpPr/>
          <p:nvPr/>
        </p:nvSpPr>
        <p:spPr>
          <a:xfrm>
            <a:off x="1974519" y="4882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Bulk Admin
Engine</a:t>
            </a:r>
          </a:p>
        </p:txBody>
      </p:sp>
      <p:sp>
        <p:nvSpPr>
          <p:cNvPr id="129" name="ML129"/>
          <p:cNvSpPr/>
          <p:nvPr/>
        </p:nvSpPr>
        <p:spPr>
          <a:xfrm>
            <a:off x="1974519" y="5124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File upload + dual approval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Line-level error rollback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Batch operations</a:t>
            </a:r>
          </a:p>
        </p:txBody>
      </p:sp>
      <p:sp>
        <p:nvSpPr>
          <p:cNvPr id="130" name="S130"/>
          <p:cNvSpPr/>
          <p:nvPr/>
        </p:nvSpPr>
        <p:spPr>
          <a:xfrm>
            <a:off x="3164838" y="4681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31" name="T131"/>
          <p:cNvSpPr/>
          <p:nvPr/>
        </p:nvSpPr>
        <p:spPr>
          <a:xfrm>
            <a:off x="3234838" y="4882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Email
Service</a:t>
            </a:r>
          </a:p>
        </p:txBody>
      </p:sp>
      <p:sp>
        <p:nvSpPr>
          <p:cNvPr id="132" name="ML132"/>
          <p:cNvSpPr/>
          <p:nvPr/>
        </p:nvSpPr>
        <p:spPr>
          <a:xfrm>
            <a:off x="3234838" y="5124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Welcome / Maintenance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Bank admin triggered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Notification dispatch</a:t>
            </a:r>
          </a:p>
        </p:txBody>
      </p:sp>
      <p:sp>
        <p:nvSpPr>
          <p:cNvPr id="133" name="S133"/>
          <p:cNvSpPr/>
          <p:nvPr/>
        </p:nvSpPr>
        <p:spPr>
          <a:xfrm>
            <a:off x="4425157" y="4681000"/>
            <a:ext cx="1188319" cy="18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34" name="T134"/>
          <p:cNvSpPr/>
          <p:nvPr/>
        </p:nvSpPr>
        <p:spPr>
          <a:xfrm>
            <a:off x="4495157" y="4882190"/>
            <a:ext cx="1048319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Dynamic
Logo Svc</a:t>
            </a:r>
          </a:p>
        </p:txBody>
      </p:sp>
      <p:sp>
        <p:nvSpPr>
          <p:cNvPr id="135" name="ML135"/>
          <p:cNvSpPr/>
          <p:nvPr/>
        </p:nvSpPr>
        <p:spPr>
          <a:xfrm>
            <a:off x="4495157" y="5124190"/>
            <a:ext cx="1048319" cy="135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iFrame detection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Suppress / show logo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Bank branding control</a:t>
            </a:r>
          </a:p>
        </p:txBody>
      </p:sp>
      <p:sp>
        <p:nvSpPr>
          <p:cNvPr id="136" name="S136"/>
          <p:cNvSpPr/>
          <p:nvPr/>
        </p:nvSpPr>
        <p:spPr>
          <a:xfrm flipV="1">
            <a:off x="5660479" y="1562000"/>
            <a:ext cx="34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37" name="T137"/>
          <p:cNvSpPr/>
          <p:nvPr/>
        </p:nvSpPr>
        <p:spPr>
          <a:xfrm>
            <a:off x="5626919" y="139732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Gov OIDC</a:t>
            </a:r>
          </a:p>
        </p:txBody>
      </p:sp>
      <p:sp>
        <p:nvSpPr>
          <p:cNvPr id="138" name="S138"/>
          <p:cNvSpPr/>
          <p:nvPr/>
        </p:nvSpPr>
        <p:spPr>
          <a:xfrm>
            <a:off x="5660479" y="1688480"/>
            <a:ext cx="45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39" name="T139"/>
          <p:cNvSpPr/>
          <p:nvPr/>
        </p:nvSpPr>
        <p:spPr>
          <a:xfrm>
            <a:off x="5626919" y="16800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response</a:t>
            </a:r>
          </a:p>
        </p:txBody>
      </p:sp>
      <p:sp>
        <p:nvSpPr>
          <p:cNvPr id="140" name="S140"/>
          <p:cNvSpPr/>
          <p:nvPr/>
        </p:nvSpPr>
        <p:spPr>
          <a:xfrm>
            <a:off x="5695479" y="3383500"/>
            <a:ext cx="31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1" name="T141"/>
          <p:cNvSpPr/>
          <p:nvPr/>
        </p:nvSpPr>
        <p:spPr>
          <a:xfrm>
            <a:off x="5644419" y="33001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governance call</a:t>
            </a:r>
          </a:p>
        </p:txBody>
      </p:sp>
      <p:sp>
        <p:nvSpPr>
          <p:cNvPr id="142" name="S142"/>
          <p:cNvSpPr/>
          <p:nvPr/>
        </p:nvSpPr>
        <p:spPr>
          <a:xfrm>
            <a:off x="5695479" y="347950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3" name="T143"/>
          <p:cNvSpPr/>
          <p:nvPr/>
        </p:nvSpPr>
        <p:spPr>
          <a:xfrm>
            <a:off x="5644419" y="35015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44" name="S144"/>
          <p:cNvSpPr/>
          <p:nvPr/>
        </p:nvSpPr>
        <p:spPr>
          <a:xfrm flipV="1">
            <a:off x="5695479" y="5547499"/>
            <a:ext cx="312880" cy="1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5" name="T145"/>
          <p:cNvSpPr/>
          <p:nvPr/>
        </p:nvSpPr>
        <p:spPr>
          <a:xfrm>
            <a:off x="5644419" y="544378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platform call</a:t>
            </a:r>
          </a:p>
        </p:txBody>
      </p:sp>
      <p:sp>
        <p:nvSpPr>
          <p:cNvPr id="146" name="S146"/>
          <p:cNvSpPr/>
          <p:nvPr/>
        </p:nvSpPr>
        <p:spPr>
          <a:xfrm>
            <a:off x="5695479" y="5643500"/>
            <a:ext cx="417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47" name="T147"/>
          <p:cNvSpPr/>
          <p:nvPr/>
        </p:nvSpPr>
        <p:spPr>
          <a:xfrm>
            <a:off x="5644419" y="5665500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result</a:t>
            </a:r>
          </a:p>
        </p:txBody>
      </p:sp>
      <p:sp>
        <p:nvSpPr>
          <p:cNvPr id="148" name="S148"/>
          <p:cNvSpPr/>
          <p:nvPr/>
        </p:nvSpPr>
        <p:spPr>
          <a:xfrm>
            <a:off x="5983359" y="1060000"/>
            <a:ext cx="3069543" cy="553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49" name="T149"/>
          <p:cNvSpPr/>
          <p:nvPr/>
        </p:nvSpPr>
        <p:spPr>
          <a:xfrm>
            <a:off x="6083359" y="1110000"/>
            <a:ext cx="2889543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</a:t>
            </a:r>
          </a:p>
        </p:txBody>
      </p:sp>
      <p:sp>
        <p:nvSpPr>
          <p:cNvPr id="150" name="S150"/>
          <p:cNvSpPr/>
          <p:nvPr/>
        </p:nvSpPr>
        <p:spPr>
          <a:xfrm>
            <a:off x="6118359" y="1355000"/>
            <a:ext cx="2799543" cy="51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000">
            <a:solidFill>
              <a:srgbClr val="262626"/>
            </a:solidFill>
            <a:prstDash val="solid"/>
          </a:ln>
        </p:spPr>
      </p:sp>
      <p:sp>
        <p:nvSpPr>
          <p:cNvPr id="151" name="T151"/>
          <p:cNvSpPr/>
          <p:nvPr/>
        </p:nvSpPr>
        <p:spPr>
          <a:xfrm>
            <a:off x="6188359" y="1921500"/>
            <a:ext cx="2659543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7A1322"/>
                </a:solidFill>
                <a:latin typeface="Calibri"/>
              </a:rPr>
              <a:t>PingOne AIC</a:t>
            </a:r>
          </a:p>
        </p:txBody>
      </p:sp>
      <p:sp>
        <p:nvSpPr>
          <p:cNvPr id="152" name="ML152"/>
          <p:cNvSpPr/>
          <p:nvPr/>
        </p:nvSpPr>
        <p:spPr>
          <a:xfrm>
            <a:off x="6188359" y="2163500"/>
            <a:ext cx="2659543" cy="431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Journey engine for all admin ops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OIDC-authenticated sessions</a:t>
            </a:r>
          </a:p>
          <a:p>
            <a:pPr marL="0" indent="0" algn="ctr">
              <a:buNone/>
            </a:pPr>
            <a:endParaRPr lang="en-US" sz="86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Governance journeys: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ACAT SoD / role check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Audit log write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Role assignment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Emulation view control</a:t>
            </a:r>
          </a:p>
          <a:p>
            <a:pPr marL="0" indent="0" algn="ctr">
              <a:buNone/>
            </a:pPr>
            <a:endParaRPr lang="en-US" sz="86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Platform journeys: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Admin API orchestration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Bulk admin + dual approval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Email trigger dispatch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  Logo display control</a:t>
            </a:r>
          </a:p>
          <a:p>
            <a:pPr marL="0" indent="0" algn="ctr">
              <a:buNone/>
            </a:pPr>
            <a:endParaRPr lang="en-US" sz="860" b="0" i="1" dirty="0">
              <a:solidFill>
                <a:srgbClr val="6B6B6B"/>
              </a:solidFill>
              <a:latin typeface="Calibri"/>
            </a:endParaRP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All journeys role-validated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Audit events generated per action</a:t>
            </a:r>
          </a:p>
        </p:txBody>
      </p:sp>
      <p:sp>
        <p:nvSpPr>
          <p:cNvPr id="153" name="S153"/>
          <p:cNvSpPr/>
          <p:nvPr/>
        </p:nvSpPr>
        <p:spPr>
          <a:xfrm flipV="1">
            <a:off x="9062902" y="2146126"/>
            <a:ext cx="172880" cy="54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4" name="T154"/>
          <p:cNvSpPr/>
          <p:nvPr/>
        </p:nvSpPr>
        <p:spPr>
          <a:xfrm>
            <a:off x="8939342" y="1992146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ACAT check</a:t>
            </a:r>
          </a:p>
        </p:txBody>
      </p:sp>
      <p:sp>
        <p:nvSpPr>
          <p:cNvPr id="155" name="S155"/>
          <p:cNvSpPr/>
          <p:nvPr/>
        </p:nvSpPr>
        <p:spPr>
          <a:xfrm>
            <a:off x="9062902" y="3929999"/>
            <a:ext cx="1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6" name="T156"/>
          <p:cNvSpPr/>
          <p:nvPr/>
        </p:nvSpPr>
        <p:spPr>
          <a:xfrm>
            <a:off x="8939342" y="3744999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audit write</a:t>
            </a:r>
          </a:p>
        </p:txBody>
      </p:sp>
      <p:sp>
        <p:nvSpPr>
          <p:cNvPr id="157" name="S157"/>
          <p:cNvSpPr/>
          <p:nvPr/>
        </p:nvSpPr>
        <p:spPr>
          <a:xfrm>
            <a:off x="9062902" y="5713332"/>
            <a:ext cx="1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8" name="T158"/>
          <p:cNvSpPr/>
          <p:nvPr/>
        </p:nvSpPr>
        <p:spPr>
          <a:xfrm>
            <a:off x="8929182" y="5487692"/>
            <a:ext cx="520000" cy="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email dispatch</a:t>
            </a:r>
          </a:p>
        </p:txBody>
      </p:sp>
      <p:sp>
        <p:nvSpPr>
          <p:cNvPr id="159" name="S159"/>
          <p:cNvSpPr/>
          <p:nvPr/>
        </p:nvSpPr>
        <p:spPr>
          <a:xfrm>
            <a:off x="9235782" y="1060000"/>
            <a:ext cx="2590098" cy="553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60" name="T160"/>
          <p:cNvSpPr/>
          <p:nvPr/>
        </p:nvSpPr>
        <p:spPr>
          <a:xfrm>
            <a:off x="9335782" y="1110000"/>
            <a:ext cx="2410098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/>
              </a:rPr>
              <a:t>Support Systems</a:t>
            </a:r>
          </a:p>
        </p:txBody>
      </p:sp>
      <p:sp>
        <p:nvSpPr>
          <p:cNvPr id="161" name="S161"/>
          <p:cNvSpPr/>
          <p:nvPr/>
        </p:nvSpPr>
        <p:spPr>
          <a:xfrm>
            <a:off x="9345782" y="1355000"/>
            <a:ext cx="2370098" cy="1583333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2" name="T162"/>
          <p:cNvSpPr/>
          <p:nvPr/>
        </p:nvSpPr>
        <p:spPr>
          <a:xfrm>
            <a:off x="9415782" y="1529166"/>
            <a:ext cx="2230098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ACAT Engine</a:t>
            </a:r>
          </a:p>
        </p:txBody>
      </p:sp>
      <p:sp>
        <p:nvSpPr>
          <p:cNvPr id="163" name="ML163"/>
          <p:cNvSpPr/>
          <p:nvPr/>
        </p:nvSpPr>
        <p:spPr>
          <a:xfrm>
            <a:off x="9415782" y="1771166"/>
            <a:ext cx="2230098" cy="114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SoD / toxic combo check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Role validation authority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Governance decision engine</a:t>
            </a:r>
          </a:p>
        </p:txBody>
      </p:sp>
      <p:sp>
        <p:nvSpPr>
          <p:cNvPr id="164" name="S164"/>
          <p:cNvSpPr/>
          <p:nvPr/>
        </p:nvSpPr>
        <p:spPr>
          <a:xfrm>
            <a:off x="9345782" y="3138333"/>
            <a:ext cx="2370098" cy="1583333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5" name="T165"/>
          <p:cNvSpPr/>
          <p:nvPr/>
        </p:nvSpPr>
        <p:spPr>
          <a:xfrm>
            <a:off x="9415782" y="3312499"/>
            <a:ext cx="2230098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Audit Log Store</a:t>
            </a:r>
          </a:p>
        </p:txBody>
      </p:sp>
      <p:sp>
        <p:nvSpPr>
          <p:cNvPr id="166" name="ML166"/>
          <p:cNvSpPr/>
          <p:nvPr/>
        </p:nvSpPr>
        <p:spPr>
          <a:xfrm>
            <a:off x="9415782" y="3554499"/>
            <a:ext cx="2230098" cy="114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Persistent audit trail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All governance events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Tamper-evident storage</a:t>
            </a:r>
          </a:p>
        </p:txBody>
      </p:sp>
      <p:sp>
        <p:nvSpPr>
          <p:cNvPr id="167" name="S167"/>
          <p:cNvSpPr/>
          <p:nvPr/>
        </p:nvSpPr>
        <p:spPr>
          <a:xfrm>
            <a:off x="9345782" y="4921666"/>
            <a:ext cx="2370098" cy="1583333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8" name="T168"/>
          <p:cNvSpPr/>
          <p:nvPr/>
        </p:nvSpPr>
        <p:spPr>
          <a:xfrm>
            <a:off x="9415782" y="5095832"/>
            <a:ext cx="2230098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SMTP / Email
Gateway</a:t>
            </a:r>
          </a:p>
        </p:txBody>
      </p:sp>
      <p:sp>
        <p:nvSpPr>
          <p:cNvPr id="169" name="ML169"/>
          <p:cNvSpPr/>
          <p:nvPr/>
        </p:nvSpPr>
        <p:spPr>
          <a:xfrm>
            <a:off x="9415782" y="5337832"/>
            <a:ext cx="2230098" cy="114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Sends notification emails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Welcome / maintenance mails</a:t>
            </a:r>
          </a:p>
          <a:p>
            <a:pPr marL="0" indent="0" algn="ctr">
              <a:buNone/>
            </a:pPr>
            <a:r>
              <a:rPr lang="en-US" sz="860" b="0" i="1" dirty="0">
                <a:solidFill>
                  <a:srgbClr val="6B6B6B"/>
                </a:solidFill>
                <a:latin typeface="Calibri"/>
              </a:rPr>
              <a:t>Bank admin triggered</a:t>
            </a:r>
          </a:p>
        </p:txBody>
      </p:sp>
      <p:sp>
        <p:nvSpPr>
          <p:cNvPr id="170" name="T170"/>
          <p:cNvSpPr/>
          <p:nvPr/>
        </p:nvSpPr>
        <p:spPr>
          <a:xfrm>
            <a:off x="457200" y="666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Internal = black border  ·  External = grey fill  ·  Black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298</Words>
  <Application>Microsoft Office PowerPoint</Application>
  <PresentationFormat>Widescreen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2</cp:revision>
  <dcterms:created xsi:type="dcterms:W3CDTF">2013-01-27T09:14:16Z</dcterms:created>
  <dcterms:modified xsi:type="dcterms:W3CDTF">2026-07-12T17:28:39Z</dcterms:modified>
  <cp:category/>
</cp:coreProperties>
</file>